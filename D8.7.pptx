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</p:sldMasterIdLst>
  <p:sldIdLst>
    <p:sldId id="302" r:id="rId3"/>
    <p:sldId id="30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434109-BEB2-4DD9-B04B-980F54AE6AC2}" v="1" dt="2025-07-04T00:38:01.9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9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caro" userId="e2f577dda2fcbe77" providerId="LiveId" clId="{FA37F960-3762-4A8F-B9D2-6ED7B8B37B92}"/>
    <pc:docChg chg="undo redo custSel addSld delSld modSld delMainMaster">
      <pc:chgData name="juan caro" userId="e2f577dda2fcbe77" providerId="LiveId" clId="{FA37F960-3762-4A8F-B9D2-6ED7B8B37B92}" dt="2025-06-26T17:48:58.277" v="154"/>
      <pc:docMkLst>
        <pc:docMk/>
      </pc:docMkLst>
      <pc:sldChg chg="add del setBg">
        <pc:chgData name="juan caro" userId="e2f577dda2fcbe77" providerId="LiveId" clId="{FA37F960-3762-4A8F-B9D2-6ED7B8B37B92}" dt="2025-06-23T17:48:18.239" v="151" actId="47"/>
        <pc:sldMkLst>
          <pc:docMk/>
          <pc:sldMk cId="0" sldId="256"/>
        </pc:sldMkLst>
      </pc:sldChg>
      <pc:sldChg chg="new del">
        <pc:chgData name="juan caro" userId="e2f577dda2fcbe77" providerId="LiveId" clId="{FA37F960-3762-4A8F-B9D2-6ED7B8B37B92}" dt="2025-06-23T16:04:15.572" v="2" actId="47"/>
        <pc:sldMkLst>
          <pc:docMk/>
          <pc:sldMk cId="1142442901" sldId="256"/>
        </pc:sldMkLst>
      </pc:sldChg>
      <pc:sldChg chg="add">
        <pc:chgData name="juan caro" userId="e2f577dda2fcbe77" providerId="LiveId" clId="{FA37F960-3762-4A8F-B9D2-6ED7B8B37B92}" dt="2025-06-23T16:04:13.862" v="1"/>
        <pc:sldMkLst>
          <pc:docMk/>
          <pc:sldMk cId="0" sldId="257"/>
        </pc:sldMkLst>
      </pc:sldChg>
      <pc:sldChg chg="add">
        <pc:chgData name="juan caro" userId="e2f577dda2fcbe77" providerId="LiveId" clId="{FA37F960-3762-4A8F-B9D2-6ED7B8B37B92}" dt="2025-06-23T16:04:13.862" v="1"/>
        <pc:sldMkLst>
          <pc:docMk/>
          <pc:sldMk cId="0" sldId="258"/>
        </pc:sldMkLst>
      </pc:sldChg>
      <pc:sldChg chg="add">
        <pc:chgData name="juan caro" userId="e2f577dda2fcbe77" providerId="LiveId" clId="{FA37F960-3762-4A8F-B9D2-6ED7B8B37B92}" dt="2025-06-23T16:04:13.862" v="1"/>
        <pc:sldMkLst>
          <pc:docMk/>
          <pc:sldMk cId="0" sldId="259"/>
        </pc:sldMkLst>
      </pc:sldChg>
      <pc:sldChg chg="add">
        <pc:chgData name="juan caro" userId="e2f577dda2fcbe77" providerId="LiveId" clId="{FA37F960-3762-4A8F-B9D2-6ED7B8B37B92}" dt="2025-06-23T16:04:50.827" v="3"/>
        <pc:sldMkLst>
          <pc:docMk/>
          <pc:sldMk cId="0" sldId="260"/>
        </pc:sldMkLst>
      </pc:sldChg>
      <pc:sldChg chg="addSp modSp add del mod">
        <pc:chgData name="juan caro" userId="e2f577dda2fcbe77" providerId="LiveId" clId="{FA37F960-3762-4A8F-B9D2-6ED7B8B37B92}" dt="2025-06-23T17:00:30.611" v="116" actId="14100"/>
        <pc:sldMkLst>
          <pc:docMk/>
          <pc:sldMk cId="0" sldId="261"/>
        </pc:sldMkLst>
        <pc:spChg chg="mod">
          <ac:chgData name="juan caro" userId="e2f577dda2fcbe77" providerId="LiveId" clId="{FA37F960-3762-4A8F-B9D2-6ED7B8B37B92}" dt="2025-06-23T17:00:03.369" v="97" actId="1038"/>
          <ac:spMkLst>
            <pc:docMk/>
            <pc:sldMk cId="0" sldId="261"/>
            <ac:spMk id="4" creationId="{00000000-0000-0000-0000-000000000000}"/>
          </ac:spMkLst>
        </pc:spChg>
        <pc:spChg chg="mod">
          <ac:chgData name="juan caro" userId="e2f577dda2fcbe77" providerId="LiveId" clId="{FA37F960-3762-4A8F-B9D2-6ED7B8B37B92}" dt="2025-06-23T17:00:00.267" v="91" actId="1036"/>
          <ac:spMkLst>
            <pc:docMk/>
            <pc:sldMk cId="0" sldId="261"/>
            <ac:spMk id="8" creationId="{00000000-0000-0000-0000-000000000000}"/>
          </ac:spMkLst>
        </pc:spChg>
        <pc:spChg chg="mod">
          <ac:chgData name="juan caro" userId="e2f577dda2fcbe77" providerId="LiveId" clId="{FA37F960-3762-4A8F-B9D2-6ED7B8B37B92}" dt="2025-06-23T17:00:07.907" v="107" actId="1036"/>
          <ac:spMkLst>
            <pc:docMk/>
            <pc:sldMk cId="0" sldId="261"/>
            <ac:spMk id="9" creationId="{00000000-0000-0000-0000-000000000000}"/>
          </ac:spMkLst>
        </pc:spChg>
        <pc:spChg chg="mod">
          <ac:chgData name="juan caro" userId="e2f577dda2fcbe77" providerId="LiveId" clId="{FA37F960-3762-4A8F-B9D2-6ED7B8B37B92}" dt="2025-06-23T17:00:00.267" v="91" actId="1036"/>
          <ac:spMkLst>
            <pc:docMk/>
            <pc:sldMk cId="0" sldId="261"/>
            <ac:spMk id="11" creationId="{00000000-0000-0000-0000-000000000000}"/>
          </ac:spMkLst>
        </pc:spChg>
        <pc:grpChg chg="mod">
          <ac:chgData name="juan caro" userId="e2f577dda2fcbe77" providerId="LiveId" clId="{FA37F960-3762-4A8F-B9D2-6ED7B8B37B92}" dt="2025-06-23T17:00:11.752" v="109" actId="14100"/>
          <ac:grpSpMkLst>
            <pc:docMk/>
            <pc:sldMk cId="0" sldId="261"/>
            <ac:grpSpMk id="12" creationId="{00000000-0000-0000-0000-000000000000}"/>
          </ac:grpSpMkLst>
        </pc:grpChg>
        <pc:picChg chg="mod">
          <ac:chgData name="juan caro" userId="e2f577dda2fcbe77" providerId="LiveId" clId="{FA37F960-3762-4A8F-B9D2-6ED7B8B37B92}" dt="2025-06-23T17:00:00.267" v="91" actId="1036"/>
          <ac:picMkLst>
            <pc:docMk/>
            <pc:sldMk cId="0" sldId="261"/>
            <ac:picMk id="3" creationId="{00000000-0000-0000-0000-000000000000}"/>
          </ac:picMkLst>
        </pc:picChg>
        <pc:picChg chg="mod">
          <ac:chgData name="juan caro" userId="e2f577dda2fcbe77" providerId="LiveId" clId="{FA37F960-3762-4A8F-B9D2-6ED7B8B37B92}" dt="2025-06-23T17:00:00.267" v="91" actId="1036"/>
          <ac:picMkLst>
            <pc:docMk/>
            <pc:sldMk cId="0" sldId="261"/>
            <ac:picMk id="5" creationId="{00000000-0000-0000-0000-000000000000}"/>
          </ac:picMkLst>
        </pc:picChg>
        <pc:picChg chg="mod">
          <ac:chgData name="juan caro" userId="e2f577dda2fcbe77" providerId="LiveId" clId="{FA37F960-3762-4A8F-B9D2-6ED7B8B37B92}" dt="2025-06-23T17:00:00.267" v="91" actId="1036"/>
          <ac:picMkLst>
            <pc:docMk/>
            <pc:sldMk cId="0" sldId="261"/>
            <ac:picMk id="6" creationId="{00000000-0000-0000-0000-000000000000}"/>
          </ac:picMkLst>
        </pc:picChg>
        <pc:picChg chg="mod">
          <ac:chgData name="juan caro" userId="e2f577dda2fcbe77" providerId="LiveId" clId="{FA37F960-3762-4A8F-B9D2-6ED7B8B37B92}" dt="2025-06-23T17:00:00.267" v="91" actId="1036"/>
          <ac:picMkLst>
            <pc:docMk/>
            <pc:sldMk cId="0" sldId="261"/>
            <ac:picMk id="7" creationId="{00000000-0000-0000-0000-000000000000}"/>
          </ac:picMkLst>
        </pc:picChg>
        <pc:picChg chg="mod">
          <ac:chgData name="juan caro" userId="e2f577dda2fcbe77" providerId="LiveId" clId="{FA37F960-3762-4A8F-B9D2-6ED7B8B37B92}" dt="2025-06-23T17:00:00.267" v="91" actId="1036"/>
          <ac:picMkLst>
            <pc:docMk/>
            <pc:sldMk cId="0" sldId="261"/>
            <ac:picMk id="10" creationId="{00000000-0000-0000-0000-000000000000}"/>
          </ac:picMkLst>
        </pc:picChg>
        <pc:picChg chg="mod">
          <ac:chgData name="juan caro" userId="e2f577dda2fcbe77" providerId="LiveId" clId="{FA37F960-3762-4A8F-B9D2-6ED7B8B37B92}" dt="2025-06-23T17:00:20.075" v="113" actId="1076"/>
          <ac:picMkLst>
            <pc:docMk/>
            <pc:sldMk cId="0" sldId="261"/>
            <ac:picMk id="13" creationId="{00000000-0000-0000-0000-000000000000}"/>
          </ac:picMkLst>
        </pc:picChg>
        <pc:picChg chg="add mod">
          <ac:chgData name="juan caro" userId="e2f577dda2fcbe77" providerId="LiveId" clId="{FA37F960-3762-4A8F-B9D2-6ED7B8B37B92}" dt="2025-06-23T17:00:30.611" v="116" actId="14100"/>
          <ac:picMkLst>
            <pc:docMk/>
            <pc:sldMk cId="0" sldId="261"/>
            <ac:picMk id="20" creationId="{286FDFF4-8CCB-4562-5FE4-C2F5550BF193}"/>
          </ac:picMkLst>
        </pc:picChg>
      </pc:sldChg>
      <pc:sldChg chg="add">
        <pc:chgData name="juan caro" userId="e2f577dda2fcbe77" providerId="LiveId" clId="{FA37F960-3762-4A8F-B9D2-6ED7B8B37B92}" dt="2025-06-23T16:04:50.827" v="3"/>
        <pc:sldMkLst>
          <pc:docMk/>
          <pc:sldMk cId="0" sldId="262"/>
        </pc:sldMkLst>
      </pc:sldChg>
      <pc:sldChg chg="addSp delSp modSp add mod">
        <pc:chgData name="juan caro" userId="e2f577dda2fcbe77" providerId="LiveId" clId="{FA37F960-3762-4A8F-B9D2-6ED7B8B37B92}" dt="2025-06-23T16:56:16.276" v="67" actId="478"/>
        <pc:sldMkLst>
          <pc:docMk/>
          <pc:sldMk cId="0" sldId="263"/>
        </pc:sldMkLst>
        <pc:spChg chg="mod">
          <ac:chgData name="juan caro" userId="e2f577dda2fcbe77" providerId="LiveId" clId="{FA37F960-3762-4A8F-B9D2-6ED7B8B37B92}" dt="2025-06-23T16:55:08.684" v="39" actId="1076"/>
          <ac:spMkLst>
            <pc:docMk/>
            <pc:sldMk cId="0" sldId="263"/>
            <ac:spMk id="3" creationId="{00000000-0000-0000-0000-000000000000}"/>
          </ac:spMkLst>
        </pc:spChg>
        <pc:spChg chg="mod">
          <ac:chgData name="juan caro" userId="e2f577dda2fcbe77" providerId="LiveId" clId="{FA37F960-3762-4A8F-B9D2-6ED7B8B37B92}" dt="2025-06-23T16:55:01.266" v="37" actId="1036"/>
          <ac:spMkLst>
            <pc:docMk/>
            <pc:sldMk cId="0" sldId="263"/>
            <ac:spMk id="5" creationId="{00000000-0000-0000-0000-000000000000}"/>
          </ac:spMkLst>
        </pc:spChg>
        <pc:spChg chg="mod">
          <ac:chgData name="juan caro" userId="e2f577dda2fcbe77" providerId="LiveId" clId="{FA37F960-3762-4A8F-B9D2-6ED7B8B37B92}" dt="2025-06-23T16:55:01.266" v="37" actId="1036"/>
          <ac:spMkLst>
            <pc:docMk/>
            <pc:sldMk cId="0" sldId="263"/>
            <ac:spMk id="7" creationId="{00000000-0000-0000-0000-000000000000}"/>
          </ac:spMkLst>
        </pc:spChg>
        <pc:spChg chg="mod">
          <ac:chgData name="juan caro" userId="e2f577dda2fcbe77" providerId="LiveId" clId="{FA37F960-3762-4A8F-B9D2-6ED7B8B37B92}" dt="2025-06-23T16:55:01.266" v="37" actId="1036"/>
          <ac:spMkLst>
            <pc:docMk/>
            <pc:sldMk cId="0" sldId="263"/>
            <ac:spMk id="9" creationId="{00000000-0000-0000-0000-000000000000}"/>
          </ac:spMkLst>
        </pc:spChg>
        <pc:spChg chg="add mod">
          <ac:chgData name="juan caro" userId="e2f577dda2fcbe77" providerId="LiveId" clId="{FA37F960-3762-4A8F-B9D2-6ED7B8B37B92}" dt="2025-06-23T16:56:09.971" v="64" actId="1076"/>
          <ac:spMkLst>
            <pc:docMk/>
            <pc:sldMk cId="0" sldId="263"/>
            <ac:spMk id="18" creationId="{B248B0CE-7D6C-631D-816F-9FEC631F6A98}"/>
          </ac:spMkLst>
        </pc:spChg>
        <pc:picChg chg="mod">
          <ac:chgData name="juan caro" userId="e2f577dda2fcbe77" providerId="LiveId" clId="{FA37F960-3762-4A8F-B9D2-6ED7B8B37B92}" dt="2025-06-23T16:55:01.266" v="37" actId="1036"/>
          <ac:picMkLst>
            <pc:docMk/>
            <pc:sldMk cId="0" sldId="263"/>
            <ac:picMk id="4" creationId="{00000000-0000-0000-0000-000000000000}"/>
          </ac:picMkLst>
        </pc:picChg>
        <pc:picChg chg="mod">
          <ac:chgData name="juan caro" userId="e2f577dda2fcbe77" providerId="LiveId" clId="{FA37F960-3762-4A8F-B9D2-6ED7B8B37B92}" dt="2025-06-23T16:55:01.266" v="37" actId="1036"/>
          <ac:picMkLst>
            <pc:docMk/>
            <pc:sldMk cId="0" sldId="263"/>
            <ac:picMk id="6" creationId="{00000000-0000-0000-0000-000000000000}"/>
          </ac:picMkLst>
        </pc:picChg>
        <pc:picChg chg="mod">
          <ac:chgData name="juan caro" userId="e2f577dda2fcbe77" providerId="LiveId" clId="{FA37F960-3762-4A8F-B9D2-6ED7B8B37B92}" dt="2025-06-23T16:55:01.266" v="37" actId="1036"/>
          <ac:picMkLst>
            <pc:docMk/>
            <pc:sldMk cId="0" sldId="263"/>
            <ac:picMk id="8" creationId="{00000000-0000-0000-0000-000000000000}"/>
          </ac:picMkLst>
        </pc:picChg>
      </pc:sldChg>
      <pc:sldChg chg="modSp add mod">
        <pc:chgData name="juan caro" userId="e2f577dda2fcbe77" providerId="LiveId" clId="{FA37F960-3762-4A8F-B9D2-6ED7B8B37B92}" dt="2025-06-23T16:59:43.107" v="84" actId="20577"/>
        <pc:sldMkLst>
          <pc:docMk/>
          <pc:sldMk cId="0" sldId="264"/>
        </pc:sldMkLst>
        <pc:spChg chg="mod">
          <ac:chgData name="juan caro" userId="e2f577dda2fcbe77" providerId="LiveId" clId="{FA37F960-3762-4A8F-B9D2-6ED7B8B37B92}" dt="2025-06-23T16:59:43.107" v="84" actId="20577"/>
          <ac:spMkLst>
            <pc:docMk/>
            <pc:sldMk cId="0" sldId="264"/>
            <ac:spMk id="4" creationId="{00000000-0000-0000-0000-000000000000}"/>
          </ac:spMkLst>
        </pc:spChg>
        <pc:picChg chg="mod">
          <ac:chgData name="juan caro" userId="e2f577dda2fcbe77" providerId="LiveId" clId="{FA37F960-3762-4A8F-B9D2-6ED7B8B37B92}" dt="2025-06-23T16:56:30.780" v="70" actId="1076"/>
          <ac:picMkLst>
            <pc:docMk/>
            <pc:sldMk cId="0" sldId="264"/>
            <ac:picMk id="3" creationId="{00000000-0000-0000-0000-000000000000}"/>
          </ac:picMkLst>
        </pc:picChg>
        <pc:picChg chg="mod">
          <ac:chgData name="juan caro" userId="e2f577dda2fcbe77" providerId="LiveId" clId="{FA37F960-3762-4A8F-B9D2-6ED7B8B37B92}" dt="2025-06-23T16:56:30.780" v="70" actId="1076"/>
          <ac:picMkLst>
            <pc:docMk/>
            <pc:sldMk cId="0" sldId="264"/>
            <ac:picMk id="5" creationId="{00000000-0000-0000-0000-000000000000}"/>
          </ac:picMkLst>
        </pc:picChg>
        <pc:picChg chg="mod">
          <ac:chgData name="juan caro" userId="e2f577dda2fcbe77" providerId="LiveId" clId="{FA37F960-3762-4A8F-B9D2-6ED7B8B37B92}" dt="2025-06-23T16:56:30.780" v="70" actId="1076"/>
          <ac:picMkLst>
            <pc:docMk/>
            <pc:sldMk cId="0" sldId="264"/>
            <ac:picMk id="6" creationId="{00000000-0000-0000-0000-000000000000}"/>
          </ac:picMkLst>
        </pc:picChg>
      </pc:sldChg>
      <pc:sldChg chg="add del">
        <pc:chgData name="juan caro" userId="e2f577dda2fcbe77" providerId="LiveId" clId="{FA37F960-3762-4A8F-B9D2-6ED7B8B37B92}" dt="2025-06-23T17:01:48.557" v="117"/>
        <pc:sldMkLst>
          <pc:docMk/>
          <pc:sldMk cId="0" sldId="265"/>
        </pc:sldMkLst>
      </pc:sldChg>
      <pc:sldChg chg="add">
        <pc:chgData name="juan caro" userId="e2f577dda2fcbe77" providerId="LiveId" clId="{FA37F960-3762-4A8F-B9D2-6ED7B8B37B92}" dt="2025-06-23T17:02:21.365" v="118"/>
        <pc:sldMkLst>
          <pc:docMk/>
          <pc:sldMk cId="0" sldId="266"/>
        </pc:sldMkLst>
      </pc:sldChg>
      <pc:sldChg chg="add">
        <pc:chgData name="juan caro" userId="e2f577dda2fcbe77" providerId="LiveId" clId="{FA37F960-3762-4A8F-B9D2-6ED7B8B37B92}" dt="2025-06-23T17:03:07.401" v="119"/>
        <pc:sldMkLst>
          <pc:docMk/>
          <pc:sldMk cId="0" sldId="267"/>
        </pc:sldMkLst>
      </pc:sldChg>
      <pc:sldChg chg="add">
        <pc:chgData name="juan caro" userId="e2f577dda2fcbe77" providerId="LiveId" clId="{FA37F960-3762-4A8F-B9D2-6ED7B8B37B92}" dt="2025-06-23T17:04:27.688" v="120"/>
        <pc:sldMkLst>
          <pc:docMk/>
          <pc:sldMk cId="0" sldId="268"/>
        </pc:sldMkLst>
      </pc:sldChg>
      <pc:sldChg chg="add">
        <pc:chgData name="juan caro" userId="e2f577dda2fcbe77" providerId="LiveId" clId="{FA37F960-3762-4A8F-B9D2-6ED7B8B37B92}" dt="2025-06-23T17:37:48.882" v="121"/>
        <pc:sldMkLst>
          <pc:docMk/>
          <pc:sldMk cId="0" sldId="269"/>
        </pc:sldMkLst>
      </pc:sldChg>
      <pc:sldChg chg="addSp modSp add">
        <pc:chgData name="juan caro" userId="e2f577dda2fcbe77" providerId="LiveId" clId="{FA37F960-3762-4A8F-B9D2-6ED7B8B37B92}" dt="2025-06-23T17:39:33.869" v="126"/>
        <pc:sldMkLst>
          <pc:docMk/>
          <pc:sldMk cId="0" sldId="270"/>
        </pc:sldMkLst>
      </pc:sldChg>
      <pc:sldChg chg="add">
        <pc:chgData name="juan caro" userId="e2f577dda2fcbe77" providerId="LiveId" clId="{FA37F960-3762-4A8F-B9D2-6ED7B8B37B92}" dt="2025-06-23T17:40:19.112" v="127"/>
        <pc:sldMkLst>
          <pc:docMk/>
          <pc:sldMk cId="0" sldId="271"/>
        </pc:sldMkLst>
      </pc:sldChg>
      <pc:sldChg chg="add">
        <pc:chgData name="juan caro" userId="e2f577dda2fcbe77" providerId="LiveId" clId="{FA37F960-3762-4A8F-B9D2-6ED7B8B37B92}" dt="2025-06-23T17:40:19.112" v="127"/>
        <pc:sldMkLst>
          <pc:docMk/>
          <pc:sldMk cId="0" sldId="272"/>
        </pc:sldMkLst>
      </pc:sldChg>
      <pc:sldChg chg="add">
        <pc:chgData name="juan caro" userId="e2f577dda2fcbe77" providerId="LiveId" clId="{FA37F960-3762-4A8F-B9D2-6ED7B8B37B92}" dt="2025-06-23T17:40:19.112" v="127"/>
        <pc:sldMkLst>
          <pc:docMk/>
          <pc:sldMk cId="0" sldId="273"/>
        </pc:sldMkLst>
      </pc:sldChg>
      <pc:sldChg chg="modSp add del mod setBg">
        <pc:chgData name="juan caro" userId="e2f577dda2fcbe77" providerId="LiveId" clId="{FA37F960-3762-4A8F-B9D2-6ED7B8B37B92}" dt="2025-06-23T17:46:34.821" v="142" actId="14100"/>
        <pc:sldMkLst>
          <pc:docMk/>
          <pc:sldMk cId="0" sldId="274"/>
        </pc:sldMkLst>
        <pc:spChg chg="mod">
          <ac:chgData name="juan caro" userId="e2f577dda2fcbe77" providerId="LiveId" clId="{FA37F960-3762-4A8F-B9D2-6ED7B8B37B92}" dt="2025-06-23T17:46:34.821" v="142" actId="14100"/>
          <ac:spMkLst>
            <pc:docMk/>
            <pc:sldMk cId="0" sldId="274"/>
            <ac:spMk id="10" creationId="{00000000-0000-0000-0000-000000000000}"/>
          </ac:spMkLst>
        </pc:spChg>
      </pc:sldChg>
      <pc:sldChg chg="add">
        <pc:chgData name="juan caro" userId="e2f577dda2fcbe77" providerId="LiveId" clId="{FA37F960-3762-4A8F-B9D2-6ED7B8B37B92}" dt="2025-06-23T17:46:02.953" v="133"/>
        <pc:sldMkLst>
          <pc:docMk/>
          <pc:sldMk cId="0" sldId="275"/>
        </pc:sldMkLst>
      </pc:sldChg>
      <pc:sldChg chg="new del">
        <pc:chgData name="juan caro" userId="e2f577dda2fcbe77" providerId="LiveId" clId="{FA37F960-3762-4A8F-B9D2-6ED7B8B37B92}" dt="2025-06-23T17:45:35.182" v="132" actId="680"/>
        <pc:sldMkLst>
          <pc:docMk/>
          <pc:sldMk cId="1507746705" sldId="275"/>
        </pc:sldMkLst>
      </pc:sldChg>
      <pc:sldChg chg="add">
        <pc:chgData name="juan caro" userId="e2f577dda2fcbe77" providerId="LiveId" clId="{FA37F960-3762-4A8F-B9D2-6ED7B8B37B92}" dt="2025-06-23T17:46:02.953" v="133"/>
        <pc:sldMkLst>
          <pc:docMk/>
          <pc:sldMk cId="0" sldId="276"/>
        </pc:sldMkLst>
      </pc:sldChg>
      <pc:sldChg chg="add">
        <pc:chgData name="juan caro" userId="e2f577dda2fcbe77" providerId="LiveId" clId="{FA37F960-3762-4A8F-B9D2-6ED7B8B37B92}" dt="2025-06-23T17:46:02.953" v="133"/>
        <pc:sldMkLst>
          <pc:docMk/>
          <pc:sldMk cId="0" sldId="277"/>
        </pc:sldMkLst>
      </pc:sldChg>
      <pc:sldChg chg="add">
        <pc:chgData name="juan caro" userId="e2f577dda2fcbe77" providerId="LiveId" clId="{FA37F960-3762-4A8F-B9D2-6ED7B8B37B92}" dt="2025-06-23T17:46:02.953" v="133"/>
        <pc:sldMkLst>
          <pc:docMk/>
          <pc:sldMk cId="0" sldId="278"/>
        </pc:sldMkLst>
      </pc:sldChg>
      <pc:sldChg chg="add">
        <pc:chgData name="juan caro" userId="e2f577dda2fcbe77" providerId="LiveId" clId="{FA37F960-3762-4A8F-B9D2-6ED7B8B37B92}" dt="2025-06-23T17:46:56.053" v="143"/>
        <pc:sldMkLst>
          <pc:docMk/>
          <pc:sldMk cId="0" sldId="279"/>
        </pc:sldMkLst>
      </pc:sldChg>
      <pc:sldChg chg="addSp modSp add mod">
        <pc:chgData name="juan caro" userId="e2f577dda2fcbe77" providerId="LiveId" clId="{FA37F960-3762-4A8F-B9D2-6ED7B8B37B92}" dt="2025-06-23T17:48:15.906" v="150" actId="14100"/>
        <pc:sldMkLst>
          <pc:docMk/>
          <pc:sldMk cId="0" sldId="280"/>
        </pc:sldMkLst>
        <pc:spChg chg="mod">
          <ac:chgData name="juan caro" userId="e2f577dda2fcbe77" providerId="LiveId" clId="{FA37F960-3762-4A8F-B9D2-6ED7B8B37B92}" dt="2025-06-23T17:48:02.753" v="146" actId="1076"/>
          <ac:spMkLst>
            <pc:docMk/>
            <pc:sldMk cId="0" sldId="280"/>
            <ac:spMk id="2" creationId="{00000000-0000-0000-0000-000000000000}"/>
          </ac:spMkLst>
        </pc:spChg>
        <pc:spChg chg="mod">
          <ac:chgData name="juan caro" userId="e2f577dda2fcbe77" providerId="LiveId" clId="{FA37F960-3762-4A8F-B9D2-6ED7B8B37B92}" dt="2025-06-23T17:48:08.062" v="147" actId="1076"/>
          <ac:spMkLst>
            <pc:docMk/>
            <pc:sldMk cId="0" sldId="280"/>
            <ac:spMk id="21" creationId="{00000000-0000-0000-0000-000000000000}"/>
          </ac:spMkLst>
        </pc:spChg>
        <pc:spChg chg="mod">
          <ac:chgData name="juan caro" userId="e2f577dda2fcbe77" providerId="LiveId" clId="{FA37F960-3762-4A8F-B9D2-6ED7B8B37B92}" dt="2025-06-23T17:48:08.062" v="147" actId="1076"/>
          <ac:spMkLst>
            <pc:docMk/>
            <pc:sldMk cId="0" sldId="280"/>
            <ac:spMk id="22" creationId="{00000000-0000-0000-0000-000000000000}"/>
          </ac:spMkLst>
        </pc:spChg>
        <pc:spChg chg="mod">
          <ac:chgData name="juan caro" userId="e2f577dda2fcbe77" providerId="LiveId" clId="{FA37F960-3762-4A8F-B9D2-6ED7B8B37B92}" dt="2025-06-23T17:48:08.062" v="147" actId="1076"/>
          <ac:spMkLst>
            <pc:docMk/>
            <pc:sldMk cId="0" sldId="280"/>
            <ac:spMk id="23" creationId="{00000000-0000-0000-0000-000000000000}"/>
          </ac:spMkLst>
        </pc:spChg>
        <pc:spChg chg="mod">
          <ac:chgData name="juan caro" userId="e2f577dda2fcbe77" providerId="LiveId" clId="{FA37F960-3762-4A8F-B9D2-6ED7B8B37B92}" dt="2025-06-23T17:48:08.062" v="147" actId="1076"/>
          <ac:spMkLst>
            <pc:docMk/>
            <pc:sldMk cId="0" sldId="280"/>
            <ac:spMk id="24" creationId="{00000000-0000-0000-0000-000000000000}"/>
          </ac:spMkLst>
        </pc:spChg>
        <pc:spChg chg="mod">
          <ac:chgData name="juan caro" userId="e2f577dda2fcbe77" providerId="LiveId" clId="{FA37F960-3762-4A8F-B9D2-6ED7B8B37B92}" dt="2025-06-23T17:48:08.062" v="147" actId="1076"/>
          <ac:spMkLst>
            <pc:docMk/>
            <pc:sldMk cId="0" sldId="280"/>
            <ac:spMk id="25" creationId="{00000000-0000-0000-0000-000000000000}"/>
          </ac:spMkLst>
        </pc:spChg>
        <pc:spChg chg="mod">
          <ac:chgData name="juan caro" userId="e2f577dda2fcbe77" providerId="LiveId" clId="{FA37F960-3762-4A8F-B9D2-6ED7B8B37B92}" dt="2025-06-23T17:48:08.062" v="147" actId="1076"/>
          <ac:spMkLst>
            <pc:docMk/>
            <pc:sldMk cId="0" sldId="280"/>
            <ac:spMk id="26" creationId="{00000000-0000-0000-0000-000000000000}"/>
          </ac:spMkLst>
        </pc:spChg>
        <pc:spChg chg="mod">
          <ac:chgData name="juan caro" userId="e2f577dda2fcbe77" providerId="LiveId" clId="{FA37F960-3762-4A8F-B9D2-6ED7B8B37B92}" dt="2025-06-23T17:48:08.062" v="147" actId="1076"/>
          <ac:spMkLst>
            <pc:docMk/>
            <pc:sldMk cId="0" sldId="280"/>
            <ac:spMk id="27" creationId="{00000000-0000-0000-0000-000000000000}"/>
          </ac:spMkLst>
        </pc:spChg>
        <pc:spChg chg="add mod">
          <ac:chgData name="juan caro" userId="e2f577dda2fcbe77" providerId="LiveId" clId="{FA37F960-3762-4A8F-B9D2-6ED7B8B37B92}" dt="2025-06-23T17:48:15.906" v="150" actId="14100"/>
          <ac:spMkLst>
            <pc:docMk/>
            <pc:sldMk cId="0" sldId="280"/>
            <ac:spMk id="28" creationId="{F2A1E8F2-92C5-2C80-406A-D8A8D50F0F30}"/>
          </ac:spMkLst>
        </pc:spChg>
        <pc:grpChg chg="mod">
          <ac:chgData name="juan caro" userId="e2f577dda2fcbe77" providerId="LiveId" clId="{FA37F960-3762-4A8F-B9D2-6ED7B8B37B92}" dt="2025-06-23T17:48:08.062" v="147" actId="1076"/>
          <ac:grpSpMkLst>
            <pc:docMk/>
            <pc:sldMk cId="0" sldId="280"/>
            <ac:grpSpMk id="4" creationId="{00000000-0000-0000-0000-000000000000}"/>
          </ac:grpSpMkLst>
        </pc:grpChg>
        <pc:grpChg chg="mod">
          <ac:chgData name="juan caro" userId="e2f577dda2fcbe77" providerId="LiveId" clId="{FA37F960-3762-4A8F-B9D2-6ED7B8B37B92}" dt="2025-06-23T17:48:08.062" v="147" actId="1076"/>
          <ac:grpSpMkLst>
            <pc:docMk/>
            <pc:sldMk cId="0" sldId="280"/>
            <ac:grpSpMk id="7" creationId="{00000000-0000-0000-0000-000000000000}"/>
          </ac:grpSpMkLst>
        </pc:grpChg>
        <pc:grpChg chg="mod">
          <ac:chgData name="juan caro" userId="e2f577dda2fcbe77" providerId="LiveId" clId="{FA37F960-3762-4A8F-B9D2-6ED7B8B37B92}" dt="2025-06-23T17:48:08.062" v="147" actId="1076"/>
          <ac:grpSpMkLst>
            <pc:docMk/>
            <pc:sldMk cId="0" sldId="280"/>
            <ac:grpSpMk id="10" creationId="{00000000-0000-0000-0000-000000000000}"/>
          </ac:grpSpMkLst>
        </pc:grpChg>
      </pc:sldChg>
      <pc:sldChg chg="add">
        <pc:chgData name="juan caro" userId="e2f577dda2fcbe77" providerId="LiveId" clId="{FA37F960-3762-4A8F-B9D2-6ED7B8B37B92}" dt="2025-06-23T17:47:54.636" v="144"/>
        <pc:sldMkLst>
          <pc:docMk/>
          <pc:sldMk cId="0" sldId="281"/>
        </pc:sldMkLst>
      </pc:sldChg>
      <pc:sldChg chg="add">
        <pc:chgData name="juan caro" userId="e2f577dda2fcbe77" providerId="LiveId" clId="{FA37F960-3762-4A8F-B9D2-6ED7B8B37B92}" dt="2025-06-23T17:47:54.636" v="144"/>
        <pc:sldMkLst>
          <pc:docMk/>
          <pc:sldMk cId="0" sldId="282"/>
        </pc:sldMkLst>
      </pc:sldChg>
      <pc:sldChg chg="add">
        <pc:chgData name="juan caro" userId="e2f577dda2fcbe77" providerId="LiveId" clId="{FA37F960-3762-4A8F-B9D2-6ED7B8B37B92}" dt="2025-06-23T17:47:54.636" v="144"/>
        <pc:sldMkLst>
          <pc:docMk/>
          <pc:sldMk cId="0" sldId="283"/>
        </pc:sldMkLst>
      </pc:sldChg>
      <pc:sldChg chg="add">
        <pc:chgData name="juan caro" userId="e2f577dda2fcbe77" providerId="LiveId" clId="{FA37F960-3762-4A8F-B9D2-6ED7B8B37B92}" dt="2025-06-23T17:47:54.636" v="144"/>
        <pc:sldMkLst>
          <pc:docMk/>
          <pc:sldMk cId="0" sldId="284"/>
        </pc:sldMkLst>
      </pc:sldChg>
      <pc:sldChg chg="add">
        <pc:chgData name="juan caro" userId="e2f577dda2fcbe77" providerId="LiveId" clId="{FA37F960-3762-4A8F-B9D2-6ED7B8B37B92}" dt="2025-06-23T17:47:54.636" v="144"/>
        <pc:sldMkLst>
          <pc:docMk/>
          <pc:sldMk cId="0" sldId="285"/>
        </pc:sldMkLst>
      </pc:sldChg>
      <pc:sldChg chg="add">
        <pc:chgData name="juan caro" userId="e2f577dda2fcbe77" providerId="LiveId" clId="{FA37F960-3762-4A8F-B9D2-6ED7B8B37B92}" dt="2025-06-23T17:47:54.636" v="144"/>
        <pc:sldMkLst>
          <pc:docMk/>
          <pc:sldMk cId="0" sldId="286"/>
        </pc:sldMkLst>
      </pc:sldChg>
      <pc:sldChg chg="add">
        <pc:chgData name="juan caro" userId="e2f577dda2fcbe77" providerId="LiveId" clId="{FA37F960-3762-4A8F-B9D2-6ED7B8B37B92}" dt="2025-06-23T17:47:54.636" v="144"/>
        <pc:sldMkLst>
          <pc:docMk/>
          <pc:sldMk cId="0" sldId="287"/>
        </pc:sldMkLst>
      </pc:sldChg>
      <pc:sldChg chg="add">
        <pc:chgData name="juan caro" userId="e2f577dda2fcbe77" providerId="LiveId" clId="{FA37F960-3762-4A8F-B9D2-6ED7B8B37B92}" dt="2025-06-23T17:47:54.636" v="144"/>
        <pc:sldMkLst>
          <pc:docMk/>
          <pc:sldMk cId="0" sldId="288"/>
        </pc:sldMkLst>
      </pc:sldChg>
      <pc:sldChg chg="modSp">
        <pc:chgData name="juan caro" userId="e2f577dda2fcbe77" providerId="LiveId" clId="{FA37F960-3762-4A8F-B9D2-6ED7B8B37B92}" dt="2025-06-26T17:48:58.277" v="154"/>
        <pc:sldMkLst>
          <pc:docMk/>
          <pc:sldMk cId="740842751" sldId="295"/>
        </pc:sldMkLst>
        <pc:spChg chg="mod">
          <ac:chgData name="juan caro" userId="e2f577dda2fcbe77" providerId="LiveId" clId="{FA37F960-3762-4A8F-B9D2-6ED7B8B37B92}" dt="2025-06-26T17:48:58.277" v="154"/>
          <ac:spMkLst>
            <pc:docMk/>
            <pc:sldMk cId="740842751" sldId="295"/>
            <ac:spMk id="13" creationId="{00000000-0000-0000-0000-000000000000}"/>
          </ac:spMkLst>
        </pc:spChg>
      </pc:sldChg>
      <pc:sldChg chg="modSp mod">
        <pc:chgData name="juan caro" userId="e2f577dda2fcbe77" providerId="LiveId" clId="{FA37F960-3762-4A8F-B9D2-6ED7B8B37B92}" dt="2025-06-26T17:48:15.952" v="153" actId="20577"/>
        <pc:sldMkLst>
          <pc:docMk/>
          <pc:sldMk cId="2702762060" sldId="297"/>
        </pc:sldMkLst>
        <pc:spChg chg="mod">
          <ac:chgData name="juan caro" userId="e2f577dda2fcbe77" providerId="LiveId" clId="{FA37F960-3762-4A8F-B9D2-6ED7B8B37B92}" dt="2025-06-26T17:48:15.952" v="153" actId="20577"/>
          <ac:spMkLst>
            <pc:docMk/>
            <pc:sldMk cId="2702762060" sldId="297"/>
            <ac:spMk id="4" creationId="{00000000-0000-0000-0000-000000000000}"/>
          </ac:spMkLst>
        </pc:spChg>
      </pc:sldChg>
      <pc:sldChg chg="add">
        <pc:chgData name="juan caro" userId="e2f577dda2fcbe77" providerId="LiveId" clId="{FA37F960-3762-4A8F-B9D2-6ED7B8B37B92}" dt="2025-06-26T17:47:49.793" v="152"/>
        <pc:sldMkLst>
          <pc:docMk/>
          <pc:sldMk cId="3177448676" sldId="302"/>
        </pc:sldMkLst>
      </pc:sldChg>
      <pc:sldMasterChg chg="del delSldLayout">
        <pc:chgData name="juan caro" userId="e2f577dda2fcbe77" providerId="LiveId" clId="{FA37F960-3762-4A8F-B9D2-6ED7B8B37B92}" dt="2025-06-23T16:04:15.572" v="2" actId="47"/>
        <pc:sldMasterMkLst>
          <pc:docMk/>
          <pc:sldMasterMk cId="3114612864" sldId="2147483648"/>
        </pc:sldMasterMkLst>
        <pc:sldLayoutChg chg="del">
          <pc:chgData name="juan caro" userId="e2f577dda2fcbe77" providerId="LiveId" clId="{FA37F960-3762-4A8F-B9D2-6ED7B8B37B92}" dt="2025-06-23T16:04:15.572" v="2" actId="47"/>
          <pc:sldLayoutMkLst>
            <pc:docMk/>
            <pc:sldMasterMk cId="3114612864" sldId="2147483648"/>
            <pc:sldLayoutMk cId="3542749477" sldId="2147483649"/>
          </pc:sldLayoutMkLst>
        </pc:sldLayoutChg>
        <pc:sldLayoutChg chg="del">
          <pc:chgData name="juan caro" userId="e2f577dda2fcbe77" providerId="LiveId" clId="{FA37F960-3762-4A8F-B9D2-6ED7B8B37B92}" dt="2025-06-23T16:04:15.572" v="2" actId="47"/>
          <pc:sldLayoutMkLst>
            <pc:docMk/>
            <pc:sldMasterMk cId="3114612864" sldId="2147483648"/>
            <pc:sldLayoutMk cId="2033572836" sldId="2147483650"/>
          </pc:sldLayoutMkLst>
        </pc:sldLayoutChg>
        <pc:sldLayoutChg chg="del">
          <pc:chgData name="juan caro" userId="e2f577dda2fcbe77" providerId="LiveId" clId="{FA37F960-3762-4A8F-B9D2-6ED7B8B37B92}" dt="2025-06-23T16:04:15.572" v="2" actId="47"/>
          <pc:sldLayoutMkLst>
            <pc:docMk/>
            <pc:sldMasterMk cId="3114612864" sldId="2147483648"/>
            <pc:sldLayoutMk cId="4011588831" sldId="2147483651"/>
          </pc:sldLayoutMkLst>
        </pc:sldLayoutChg>
        <pc:sldLayoutChg chg="del">
          <pc:chgData name="juan caro" userId="e2f577dda2fcbe77" providerId="LiveId" clId="{FA37F960-3762-4A8F-B9D2-6ED7B8B37B92}" dt="2025-06-23T16:04:15.572" v="2" actId="47"/>
          <pc:sldLayoutMkLst>
            <pc:docMk/>
            <pc:sldMasterMk cId="3114612864" sldId="2147483648"/>
            <pc:sldLayoutMk cId="1952077893" sldId="2147483652"/>
          </pc:sldLayoutMkLst>
        </pc:sldLayoutChg>
        <pc:sldLayoutChg chg="del">
          <pc:chgData name="juan caro" userId="e2f577dda2fcbe77" providerId="LiveId" clId="{FA37F960-3762-4A8F-B9D2-6ED7B8B37B92}" dt="2025-06-23T16:04:15.572" v="2" actId="47"/>
          <pc:sldLayoutMkLst>
            <pc:docMk/>
            <pc:sldMasterMk cId="3114612864" sldId="2147483648"/>
            <pc:sldLayoutMk cId="350421117" sldId="2147483653"/>
          </pc:sldLayoutMkLst>
        </pc:sldLayoutChg>
        <pc:sldLayoutChg chg="del">
          <pc:chgData name="juan caro" userId="e2f577dda2fcbe77" providerId="LiveId" clId="{FA37F960-3762-4A8F-B9D2-6ED7B8B37B92}" dt="2025-06-23T16:04:15.572" v="2" actId="47"/>
          <pc:sldLayoutMkLst>
            <pc:docMk/>
            <pc:sldMasterMk cId="3114612864" sldId="2147483648"/>
            <pc:sldLayoutMk cId="1674522303" sldId="2147483654"/>
          </pc:sldLayoutMkLst>
        </pc:sldLayoutChg>
        <pc:sldLayoutChg chg="del">
          <pc:chgData name="juan caro" userId="e2f577dda2fcbe77" providerId="LiveId" clId="{FA37F960-3762-4A8F-B9D2-6ED7B8B37B92}" dt="2025-06-23T16:04:15.572" v="2" actId="47"/>
          <pc:sldLayoutMkLst>
            <pc:docMk/>
            <pc:sldMasterMk cId="3114612864" sldId="2147483648"/>
            <pc:sldLayoutMk cId="2506320070" sldId="2147483655"/>
          </pc:sldLayoutMkLst>
        </pc:sldLayoutChg>
        <pc:sldLayoutChg chg="del">
          <pc:chgData name="juan caro" userId="e2f577dda2fcbe77" providerId="LiveId" clId="{FA37F960-3762-4A8F-B9D2-6ED7B8B37B92}" dt="2025-06-23T16:04:15.572" v="2" actId="47"/>
          <pc:sldLayoutMkLst>
            <pc:docMk/>
            <pc:sldMasterMk cId="3114612864" sldId="2147483648"/>
            <pc:sldLayoutMk cId="3118992685" sldId="2147483656"/>
          </pc:sldLayoutMkLst>
        </pc:sldLayoutChg>
        <pc:sldLayoutChg chg="del">
          <pc:chgData name="juan caro" userId="e2f577dda2fcbe77" providerId="LiveId" clId="{FA37F960-3762-4A8F-B9D2-6ED7B8B37B92}" dt="2025-06-23T16:04:15.572" v="2" actId="47"/>
          <pc:sldLayoutMkLst>
            <pc:docMk/>
            <pc:sldMasterMk cId="3114612864" sldId="2147483648"/>
            <pc:sldLayoutMk cId="3585236299" sldId="2147483657"/>
          </pc:sldLayoutMkLst>
        </pc:sldLayoutChg>
        <pc:sldLayoutChg chg="del">
          <pc:chgData name="juan caro" userId="e2f577dda2fcbe77" providerId="LiveId" clId="{FA37F960-3762-4A8F-B9D2-6ED7B8B37B92}" dt="2025-06-23T16:04:15.572" v="2" actId="47"/>
          <pc:sldLayoutMkLst>
            <pc:docMk/>
            <pc:sldMasterMk cId="3114612864" sldId="2147483648"/>
            <pc:sldLayoutMk cId="3642876196" sldId="2147483658"/>
          </pc:sldLayoutMkLst>
        </pc:sldLayoutChg>
        <pc:sldLayoutChg chg="del">
          <pc:chgData name="juan caro" userId="e2f577dda2fcbe77" providerId="LiveId" clId="{FA37F960-3762-4A8F-B9D2-6ED7B8B37B92}" dt="2025-06-23T16:04:15.572" v="2" actId="47"/>
          <pc:sldLayoutMkLst>
            <pc:docMk/>
            <pc:sldMasterMk cId="3114612864" sldId="2147483648"/>
            <pc:sldLayoutMk cId="4058419713" sldId="2147483659"/>
          </pc:sldLayoutMkLst>
        </pc:sldLayoutChg>
      </pc:sldMasterChg>
    </pc:docChg>
  </pc:docChgLst>
  <pc:docChgLst>
    <pc:chgData name="Usuario invitado" providerId="Windows Live" clId="Web-{724A81AE-C049-623B-728E-44EE19F94023}"/>
    <pc:docChg chg="modSld">
      <pc:chgData name="Usuario invitado" userId="" providerId="Windows Live" clId="Web-{724A81AE-C049-623B-728E-44EE19F94023}" dt="2025-06-26T15:35:39.657" v="42" actId="20577"/>
      <pc:docMkLst>
        <pc:docMk/>
      </pc:docMkLst>
      <pc:sldChg chg="modSp">
        <pc:chgData name="Usuario invitado" userId="" providerId="Windows Live" clId="Web-{724A81AE-C049-623B-728E-44EE19F94023}" dt="2025-06-26T15:35:39.657" v="42" actId="20577"/>
        <pc:sldMkLst>
          <pc:docMk/>
          <pc:sldMk cId="686325423" sldId="289"/>
        </pc:sldMkLst>
        <pc:spChg chg="mod">
          <ac:chgData name="Usuario invitado" userId="" providerId="Windows Live" clId="Web-{724A81AE-C049-623B-728E-44EE19F94023}" dt="2025-06-26T15:35:16.358" v="33" actId="20577"/>
          <ac:spMkLst>
            <pc:docMk/>
            <pc:sldMk cId="686325423" sldId="289"/>
            <ac:spMk id="14" creationId="{00000000-0000-0000-0000-000000000000}"/>
          </ac:spMkLst>
        </pc:spChg>
        <pc:spChg chg="mod">
          <ac:chgData name="Usuario invitado" userId="" providerId="Windows Live" clId="Web-{724A81AE-C049-623B-728E-44EE19F94023}" dt="2025-06-26T15:35:39.657" v="42" actId="20577"/>
          <ac:spMkLst>
            <pc:docMk/>
            <pc:sldMk cId="686325423" sldId="289"/>
            <ac:spMk id="15" creationId="{00000000-0000-0000-0000-000000000000}"/>
          </ac:spMkLst>
        </pc:spChg>
      </pc:sldChg>
    </pc:docChg>
  </pc:docChgLst>
  <pc:docChgLst>
    <pc:chgData name="juan caro" userId="e2f577dda2fcbe77" providerId="LiveId" clId="{16434109-BEB2-4DD9-B04B-980F54AE6AC2}"/>
    <pc:docChg chg="addSld delSld modSld delMainMaster">
      <pc:chgData name="juan caro" userId="e2f577dda2fcbe77" providerId="LiveId" clId="{16434109-BEB2-4DD9-B04B-980F54AE6AC2}" dt="2025-07-04T00:38:18.982" v="1" actId="47"/>
      <pc:docMkLst>
        <pc:docMk/>
      </pc:docMkLst>
      <pc:sldChg chg="del">
        <pc:chgData name="juan caro" userId="e2f577dda2fcbe77" providerId="LiveId" clId="{16434109-BEB2-4DD9-B04B-980F54AE6AC2}" dt="2025-07-04T00:38:18.982" v="1" actId="47"/>
        <pc:sldMkLst>
          <pc:docMk/>
          <pc:sldMk cId="0" sldId="257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0" sldId="258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0" sldId="259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0" sldId="260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0" sldId="261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0" sldId="262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0" sldId="263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0" sldId="264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0" sldId="265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0" sldId="266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0" sldId="267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0" sldId="268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0" sldId="274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0" sldId="275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0" sldId="276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0" sldId="277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0" sldId="278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0" sldId="280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0" sldId="281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0" sldId="283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0" sldId="284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0" sldId="285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0" sldId="287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0" sldId="288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686325423" sldId="289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1249447778" sldId="290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883680105" sldId="293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1487979552" sldId="294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740842751" sldId="295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99032725" sldId="296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2702762060" sldId="297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3026984278" sldId="298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3396335607" sldId="299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811811264" sldId="300"/>
        </pc:sldMkLst>
      </pc:sldChg>
      <pc:sldChg chg="del">
        <pc:chgData name="juan caro" userId="e2f577dda2fcbe77" providerId="LiveId" clId="{16434109-BEB2-4DD9-B04B-980F54AE6AC2}" dt="2025-07-04T00:38:18.982" v="1" actId="47"/>
        <pc:sldMkLst>
          <pc:docMk/>
          <pc:sldMk cId="1225133682" sldId="301"/>
        </pc:sldMkLst>
      </pc:sldChg>
      <pc:sldChg chg="add">
        <pc:chgData name="juan caro" userId="e2f577dda2fcbe77" providerId="LiveId" clId="{16434109-BEB2-4DD9-B04B-980F54AE6AC2}" dt="2025-07-04T00:38:01.944" v="0"/>
        <pc:sldMkLst>
          <pc:docMk/>
          <pc:sldMk cId="1913663501" sldId="303"/>
        </pc:sldMkLst>
      </pc:sldChg>
      <pc:sldMasterChg chg="del delSldLayout">
        <pc:chgData name="juan caro" userId="e2f577dda2fcbe77" providerId="LiveId" clId="{16434109-BEB2-4DD9-B04B-980F54AE6AC2}" dt="2025-07-04T00:38:18.982" v="1" actId="47"/>
        <pc:sldMasterMkLst>
          <pc:docMk/>
          <pc:sldMasterMk cId="28000946" sldId="2147483672"/>
        </pc:sldMasterMkLst>
        <pc:sldLayoutChg chg="del">
          <pc:chgData name="juan caro" userId="e2f577dda2fcbe77" providerId="LiveId" clId="{16434109-BEB2-4DD9-B04B-980F54AE6AC2}" dt="2025-07-04T00:38:18.982" v="1" actId="47"/>
          <pc:sldLayoutMkLst>
            <pc:docMk/>
            <pc:sldMasterMk cId="28000946" sldId="2147483672"/>
            <pc:sldLayoutMk cId="1262896779" sldId="2147483673"/>
          </pc:sldLayoutMkLst>
        </pc:sldLayoutChg>
        <pc:sldLayoutChg chg="del">
          <pc:chgData name="juan caro" userId="e2f577dda2fcbe77" providerId="LiveId" clId="{16434109-BEB2-4DD9-B04B-980F54AE6AC2}" dt="2025-07-04T00:38:18.982" v="1" actId="47"/>
          <pc:sldLayoutMkLst>
            <pc:docMk/>
            <pc:sldMasterMk cId="28000946" sldId="2147483672"/>
            <pc:sldLayoutMk cId="2276977802" sldId="2147483674"/>
          </pc:sldLayoutMkLst>
        </pc:sldLayoutChg>
        <pc:sldLayoutChg chg="del">
          <pc:chgData name="juan caro" userId="e2f577dda2fcbe77" providerId="LiveId" clId="{16434109-BEB2-4DD9-B04B-980F54AE6AC2}" dt="2025-07-04T00:38:18.982" v="1" actId="47"/>
          <pc:sldLayoutMkLst>
            <pc:docMk/>
            <pc:sldMasterMk cId="28000946" sldId="2147483672"/>
            <pc:sldLayoutMk cId="2680750516" sldId="2147483675"/>
          </pc:sldLayoutMkLst>
        </pc:sldLayoutChg>
        <pc:sldLayoutChg chg="del">
          <pc:chgData name="juan caro" userId="e2f577dda2fcbe77" providerId="LiveId" clId="{16434109-BEB2-4DD9-B04B-980F54AE6AC2}" dt="2025-07-04T00:38:18.982" v="1" actId="47"/>
          <pc:sldLayoutMkLst>
            <pc:docMk/>
            <pc:sldMasterMk cId="28000946" sldId="2147483672"/>
            <pc:sldLayoutMk cId="2071464892" sldId="2147483676"/>
          </pc:sldLayoutMkLst>
        </pc:sldLayoutChg>
        <pc:sldLayoutChg chg="del">
          <pc:chgData name="juan caro" userId="e2f577dda2fcbe77" providerId="LiveId" clId="{16434109-BEB2-4DD9-B04B-980F54AE6AC2}" dt="2025-07-04T00:38:18.982" v="1" actId="47"/>
          <pc:sldLayoutMkLst>
            <pc:docMk/>
            <pc:sldMasterMk cId="28000946" sldId="2147483672"/>
            <pc:sldLayoutMk cId="3478114323" sldId="2147483677"/>
          </pc:sldLayoutMkLst>
        </pc:sldLayoutChg>
      </pc:sldMasterChg>
    </pc:docChg>
  </pc:docChgLst>
  <pc:docChgLst>
    <pc:chgData name="Usuario invitado" providerId="Windows Live" clId="Web-{4A9D4AAC-9B8D-B0A3-4178-10D13ABCBA2E}"/>
    <pc:docChg chg="addSld delSld">
      <pc:chgData name="Usuario invitado" userId="" providerId="Windows Live" clId="Web-{4A9D4AAC-9B8D-B0A3-4178-10D13ABCBA2E}" dt="2025-06-26T15:17:44.347" v="9"/>
      <pc:docMkLst>
        <pc:docMk/>
      </pc:docMkLst>
      <pc:sldChg chg="add">
        <pc:chgData name="Usuario invitado" userId="" providerId="Windows Live" clId="Web-{4A9D4AAC-9B8D-B0A3-4178-10D13ABCBA2E}" dt="2025-06-26T15:10:06.703" v="5"/>
        <pc:sldMkLst>
          <pc:docMk/>
          <pc:sldMk cId="0" sldId="262"/>
        </pc:sldMkLst>
      </pc:sldChg>
      <pc:sldChg chg="del">
        <pc:chgData name="Usuario invitado" userId="" providerId="Windows Live" clId="Web-{4A9D4AAC-9B8D-B0A3-4178-10D13ABCBA2E}" dt="2025-06-26T15:08:15.605" v="1"/>
        <pc:sldMkLst>
          <pc:docMk/>
          <pc:sldMk cId="0" sldId="269"/>
        </pc:sldMkLst>
      </pc:sldChg>
      <pc:sldChg chg="del">
        <pc:chgData name="Usuario invitado" userId="" providerId="Windows Live" clId="Web-{4A9D4AAC-9B8D-B0A3-4178-10D13ABCBA2E}" dt="2025-06-26T15:09:34.514" v="2"/>
        <pc:sldMkLst>
          <pc:docMk/>
          <pc:sldMk cId="0" sldId="270"/>
        </pc:sldMkLst>
      </pc:sldChg>
      <pc:sldChg chg="del">
        <pc:chgData name="Usuario invitado" userId="" providerId="Windows Live" clId="Web-{4A9D4AAC-9B8D-B0A3-4178-10D13ABCBA2E}" dt="2025-06-26T15:10:03.031" v="4"/>
        <pc:sldMkLst>
          <pc:docMk/>
          <pc:sldMk cId="0" sldId="271"/>
        </pc:sldMkLst>
      </pc:sldChg>
      <pc:sldChg chg="del">
        <pc:chgData name="Usuario invitado" userId="" providerId="Windows Live" clId="Web-{4A9D4AAC-9B8D-B0A3-4178-10D13ABCBA2E}" dt="2025-06-26T15:11:47.660" v="6"/>
        <pc:sldMkLst>
          <pc:docMk/>
          <pc:sldMk cId="0" sldId="272"/>
        </pc:sldMkLst>
      </pc:sldChg>
      <pc:sldChg chg="del">
        <pc:chgData name="Usuario invitado" userId="" providerId="Windows Live" clId="Web-{4A9D4AAC-9B8D-B0A3-4178-10D13ABCBA2E}" dt="2025-06-26T15:17:38.675" v="8"/>
        <pc:sldMkLst>
          <pc:docMk/>
          <pc:sldMk cId="0" sldId="273"/>
        </pc:sldMkLst>
      </pc:sldChg>
      <pc:sldChg chg="add">
        <pc:chgData name="Usuario invitado" userId="" providerId="Windows Live" clId="Web-{4A9D4AAC-9B8D-B0A3-4178-10D13ABCBA2E}" dt="2025-06-26T15:08:07.698" v="0"/>
        <pc:sldMkLst>
          <pc:docMk/>
          <pc:sldMk cId="740842751" sldId="295"/>
        </pc:sldMkLst>
      </pc:sldChg>
      <pc:sldChg chg="add">
        <pc:chgData name="Usuario invitado" userId="" providerId="Windows Live" clId="Web-{4A9D4AAC-9B8D-B0A3-4178-10D13ABCBA2E}" dt="2025-06-26T15:09:38.280" v="3"/>
        <pc:sldMkLst>
          <pc:docMk/>
          <pc:sldMk cId="99032725" sldId="296"/>
        </pc:sldMkLst>
      </pc:sldChg>
      <pc:sldChg chg="add">
        <pc:chgData name="Usuario invitado" userId="" providerId="Windows Live" clId="Web-{4A9D4AAC-9B8D-B0A3-4178-10D13ABCBA2E}" dt="2025-06-26T15:12:20.224" v="7"/>
        <pc:sldMkLst>
          <pc:docMk/>
          <pc:sldMk cId="2702762060" sldId="297"/>
        </pc:sldMkLst>
      </pc:sldChg>
      <pc:sldChg chg="add">
        <pc:chgData name="Usuario invitado" userId="" providerId="Windows Live" clId="Web-{4A9D4AAC-9B8D-B0A3-4178-10D13ABCBA2E}" dt="2025-06-26T15:17:44.347" v="9"/>
        <pc:sldMkLst>
          <pc:docMk/>
          <pc:sldMk cId="1225133682" sldId="301"/>
        </pc:sldMkLst>
      </pc:sldChg>
    </pc:docChg>
  </pc:docChgLst>
  <pc:docChgLst>
    <pc:chgData name="Usuario invitado" providerId="Windows Live" clId="Web-{1336E04D-6CCC-7AC8-5B0E-ABD12DD6D0E0}"/>
    <pc:docChg chg="addSld delSld modSld">
      <pc:chgData name="Usuario invitado" userId="" providerId="Windows Live" clId="Web-{1336E04D-6CCC-7AC8-5B0E-ABD12DD6D0E0}" dt="2025-06-26T15:19:38.142" v="66" actId="20577"/>
      <pc:docMkLst>
        <pc:docMk/>
      </pc:docMkLst>
      <pc:sldChg chg="modSp">
        <pc:chgData name="Usuario invitado" userId="" providerId="Windows Live" clId="Web-{1336E04D-6CCC-7AC8-5B0E-ABD12DD6D0E0}" dt="2025-06-26T15:12:58.578" v="4" actId="1076"/>
        <pc:sldMkLst>
          <pc:docMk/>
          <pc:sldMk cId="0" sldId="274"/>
        </pc:sldMkLst>
        <pc:spChg chg="mod">
          <ac:chgData name="Usuario invitado" userId="" providerId="Windows Live" clId="Web-{1336E04D-6CCC-7AC8-5B0E-ABD12DD6D0E0}" dt="2025-06-26T15:12:55.124" v="3" actId="14100"/>
          <ac:spMkLst>
            <pc:docMk/>
            <pc:sldMk cId="0" sldId="274"/>
            <ac:spMk id="10" creationId="{00000000-0000-0000-0000-000000000000}"/>
          </ac:spMkLst>
        </pc:spChg>
        <pc:spChg chg="mod">
          <ac:chgData name="Usuario invitado" userId="" providerId="Windows Live" clId="Web-{1336E04D-6CCC-7AC8-5B0E-ABD12DD6D0E0}" dt="2025-06-26T15:12:58.578" v="4" actId="1076"/>
          <ac:spMkLst>
            <pc:docMk/>
            <pc:sldMk cId="0" sldId="274"/>
            <ac:spMk id="13" creationId="{00000000-0000-0000-0000-000000000000}"/>
          </ac:spMkLst>
        </pc:spChg>
      </pc:sldChg>
      <pc:sldChg chg="modSp">
        <pc:chgData name="Usuario invitado" userId="" providerId="Windows Live" clId="Web-{1336E04D-6CCC-7AC8-5B0E-ABD12DD6D0E0}" dt="2025-06-26T15:13:08.296" v="6" actId="20577"/>
        <pc:sldMkLst>
          <pc:docMk/>
          <pc:sldMk cId="0" sldId="275"/>
        </pc:sldMkLst>
        <pc:spChg chg="mod">
          <ac:chgData name="Usuario invitado" userId="" providerId="Windows Live" clId="Web-{1336E04D-6CCC-7AC8-5B0E-ABD12DD6D0E0}" dt="2025-06-26T15:13:08.296" v="6" actId="20577"/>
          <ac:spMkLst>
            <pc:docMk/>
            <pc:sldMk cId="0" sldId="275"/>
            <ac:spMk id="10" creationId="{00000000-0000-0000-0000-000000000000}"/>
          </ac:spMkLst>
        </pc:spChg>
      </pc:sldChg>
      <pc:sldChg chg="modSp">
        <pc:chgData name="Usuario invitado" userId="" providerId="Windows Live" clId="Web-{1336E04D-6CCC-7AC8-5B0E-ABD12DD6D0E0}" dt="2025-06-26T15:19:38.142" v="66" actId="20577"/>
        <pc:sldMkLst>
          <pc:docMk/>
          <pc:sldMk cId="0" sldId="276"/>
        </pc:sldMkLst>
        <pc:spChg chg="mod">
          <ac:chgData name="Usuario invitado" userId="" providerId="Windows Live" clId="Web-{1336E04D-6CCC-7AC8-5B0E-ABD12DD6D0E0}" dt="2025-06-26T15:13:26.796" v="10" actId="20577"/>
          <ac:spMkLst>
            <pc:docMk/>
            <pc:sldMk cId="0" sldId="276"/>
            <ac:spMk id="13" creationId="{00000000-0000-0000-0000-000000000000}"/>
          </ac:spMkLst>
        </pc:spChg>
        <pc:spChg chg="mod">
          <ac:chgData name="Usuario invitado" userId="" providerId="Windows Live" clId="Web-{1336E04D-6CCC-7AC8-5B0E-ABD12DD6D0E0}" dt="2025-06-26T15:19:38.142" v="66" actId="20577"/>
          <ac:spMkLst>
            <pc:docMk/>
            <pc:sldMk cId="0" sldId="276"/>
            <ac:spMk id="15" creationId="{00000000-0000-0000-0000-000000000000}"/>
          </ac:spMkLst>
        </pc:spChg>
        <pc:picChg chg="mod">
          <ac:chgData name="Usuario invitado" userId="" providerId="Windows Live" clId="Web-{1336E04D-6CCC-7AC8-5B0E-ABD12DD6D0E0}" dt="2025-06-26T15:19:17.111" v="40" actId="1076"/>
          <ac:picMkLst>
            <pc:docMk/>
            <pc:sldMk cId="0" sldId="276"/>
            <ac:picMk id="12" creationId="{00000000-0000-0000-0000-000000000000}"/>
          </ac:picMkLst>
        </pc:picChg>
      </pc:sldChg>
      <pc:sldChg chg="modSp">
        <pc:chgData name="Usuario invitado" userId="" providerId="Windows Live" clId="Web-{1336E04D-6CCC-7AC8-5B0E-ABD12DD6D0E0}" dt="2025-06-26T15:13:36.484" v="12" actId="20577"/>
        <pc:sldMkLst>
          <pc:docMk/>
          <pc:sldMk cId="0" sldId="277"/>
        </pc:sldMkLst>
        <pc:spChg chg="mod">
          <ac:chgData name="Usuario invitado" userId="" providerId="Windows Live" clId="Web-{1336E04D-6CCC-7AC8-5B0E-ABD12DD6D0E0}" dt="2025-06-26T15:13:36.484" v="12" actId="20577"/>
          <ac:spMkLst>
            <pc:docMk/>
            <pc:sldMk cId="0" sldId="277"/>
            <ac:spMk id="12" creationId="{00000000-0000-0000-0000-000000000000}"/>
          </ac:spMkLst>
        </pc:spChg>
      </pc:sldChg>
      <pc:sldChg chg="modSp">
        <pc:chgData name="Usuario invitado" userId="" providerId="Windows Live" clId="Web-{1336E04D-6CCC-7AC8-5B0E-ABD12DD6D0E0}" dt="2025-06-26T15:13:45.718" v="14" actId="20577"/>
        <pc:sldMkLst>
          <pc:docMk/>
          <pc:sldMk cId="0" sldId="278"/>
        </pc:sldMkLst>
        <pc:spChg chg="mod">
          <ac:chgData name="Usuario invitado" userId="" providerId="Windows Live" clId="Web-{1336E04D-6CCC-7AC8-5B0E-ABD12DD6D0E0}" dt="2025-06-26T15:13:45.718" v="14" actId="20577"/>
          <ac:spMkLst>
            <pc:docMk/>
            <pc:sldMk cId="0" sldId="278"/>
            <ac:spMk id="12" creationId="{00000000-0000-0000-0000-000000000000}"/>
          </ac:spMkLst>
        </pc:spChg>
      </pc:sldChg>
      <pc:sldChg chg="modSp del">
        <pc:chgData name="Usuario invitado" userId="" providerId="Windows Live" clId="Web-{1336E04D-6CCC-7AC8-5B0E-ABD12DD6D0E0}" dt="2025-06-26T15:16:22.188" v="30"/>
        <pc:sldMkLst>
          <pc:docMk/>
          <pc:sldMk cId="0" sldId="279"/>
        </pc:sldMkLst>
      </pc:sldChg>
      <pc:sldChg chg="addSp delSp modSp add replId">
        <pc:chgData name="Usuario invitado" userId="" providerId="Windows Live" clId="Web-{1336E04D-6CCC-7AC8-5B0E-ABD12DD6D0E0}" dt="2025-06-26T15:15:21.922" v="28" actId="1076"/>
        <pc:sldMkLst>
          <pc:docMk/>
          <pc:sldMk cId="3026984278" sldId="298"/>
        </pc:sldMkLst>
        <pc:spChg chg="mod">
          <ac:chgData name="Usuario invitado" userId="" providerId="Windows Live" clId="Web-{1336E04D-6CCC-7AC8-5B0E-ABD12DD6D0E0}" dt="2025-06-26T15:14:24.969" v="22" actId="1076"/>
          <ac:spMkLst>
            <pc:docMk/>
            <pc:sldMk cId="3026984278" sldId="298"/>
            <ac:spMk id="13" creationId="{4F879AB0-B848-94E8-2652-EF600B2A3034}"/>
          </ac:spMkLst>
        </pc:spChg>
        <pc:picChg chg="add mod">
          <ac:chgData name="Usuario invitado" userId="" providerId="Windows Live" clId="Web-{1336E04D-6CCC-7AC8-5B0E-ABD12DD6D0E0}" dt="2025-06-26T15:15:21.922" v="28" actId="1076"/>
          <ac:picMkLst>
            <pc:docMk/>
            <pc:sldMk cId="3026984278" sldId="298"/>
            <ac:picMk id="16" creationId="{25FEDA19-05CB-0679-9AFF-9E394868B7F0}"/>
          </ac:picMkLst>
        </pc:picChg>
      </pc:sldChg>
      <pc:sldChg chg="add replId">
        <pc:chgData name="Usuario invitado" userId="" providerId="Windows Live" clId="Web-{1336E04D-6CCC-7AC8-5B0E-ABD12DD6D0E0}" dt="2025-06-26T15:16:16.157" v="29"/>
        <pc:sldMkLst>
          <pc:docMk/>
          <pc:sldMk cId="3396335607" sldId="299"/>
        </pc:sldMkLst>
      </pc:sldChg>
      <pc:sldChg chg="addSp delSp modSp add replId">
        <pc:chgData name="Usuario invitado" userId="" providerId="Windows Live" clId="Web-{1336E04D-6CCC-7AC8-5B0E-ABD12DD6D0E0}" dt="2025-06-26T15:17:02.048" v="38" actId="1076"/>
        <pc:sldMkLst>
          <pc:docMk/>
          <pc:sldMk cId="811811264" sldId="300"/>
        </pc:sldMkLst>
        <pc:picChg chg="add mod">
          <ac:chgData name="Usuario invitado" userId="" providerId="Windows Live" clId="Web-{1336E04D-6CCC-7AC8-5B0E-ABD12DD6D0E0}" dt="2025-06-26T15:17:02.048" v="38" actId="1076"/>
          <ac:picMkLst>
            <pc:docMk/>
            <pc:sldMk cId="811811264" sldId="300"/>
            <ac:picMk id="12" creationId="{0E02B721-C453-7CF0-3D2A-464026BF3584}"/>
          </ac:picMkLst>
        </pc:picChg>
      </pc:sldChg>
      <pc:sldChg chg="add del replId">
        <pc:chgData name="Usuario invitado" userId="" providerId="Windows Live" clId="Web-{1336E04D-6CCC-7AC8-5B0E-ABD12DD6D0E0}" dt="2025-06-26T15:16:36.969" v="34"/>
        <pc:sldMkLst>
          <pc:docMk/>
          <pc:sldMk cId="1195296184" sldId="301"/>
        </pc:sldMkLst>
      </pc:sldChg>
    </pc:docChg>
  </pc:docChgLst>
  <pc:docChgLst>
    <pc:chgData name="Usuario invitado" providerId="Windows Live" clId="Web-{59224530-DFA3-11CE-F81B-4524781C702B}"/>
    <pc:docChg chg="modSld">
      <pc:chgData name="Usuario invitado" userId="" providerId="Windows Live" clId="Web-{59224530-DFA3-11CE-F81B-4524781C702B}" dt="2025-06-26T16:07:57.336" v="298" actId="1076"/>
      <pc:docMkLst>
        <pc:docMk/>
      </pc:docMkLst>
      <pc:sldChg chg="modSp">
        <pc:chgData name="Usuario invitado" userId="" providerId="Windows Live" clId="Web-{59224530-DFA3-11CE-F81B-4524781C702B}" dt="2025-06-26T15:51:43.265" v="88" actId="20577"/>
        <pc:sldMkLst>
          <pc:docMk/>
          <pc:sldMk cId="0" sldId="261"/>
        </pc:sldMkLst>
        <pc:spChg chg="mod">
          <ac:chgData name="Usuario invitado" userId="" providerId="Windows Live" clId="Web-{59224530-DFA3-11CE-F81B-4524781C702B}" dt="2025-06-26T15:51:43.265" v="88" actId="20577"/>
          <ac:spMkLst>
            <pc:docMk/>
            <pc:sldMk cId="0" sldId="261"/>
            <ac:spMk id="4" creationId="{00000000-0000-0000-0000-000000000000}"/>
          </ac:spMkLst>
        </pc:spChg>
      </pc:sldChg>
      <pc:sldChg chg="addSp delSp modSp mod setBg">
        <pc:chgData name="Usuario invitado" userId="" providerId="Windows Live" clId="Web-{59224530-DFA3-11CE-F81B-4524781C702B}" dt="2025-06-26T16:07:57.336" v="298" actId="1076"/>
        <pc:sldMkLst>
          <pc:docMk/>
          <pc:sldMk cId="0" sldId="263"/>
        </pc:sldMkLst>
        <pc:spChg chg="mod">
          <ac:chgData name="Usuario invitado" userId="" providerId="Windows Live" clId="Web-{59224530-DFA3-11CE-F81B-4524781C702B}" dt="2025-06-26T16:07:47.445" v="291" actId="1076"/>
          <ac:spMkLst>
            <pc:docMk/>
            <pc:sldMk cId="0" sldId="263"/>
            <ac:spMk id="3" creationId="{00000000-0000-0000-0000-000000000000}"/>
          </ac:spMkLst>
        </pc:spChg>
        <pc:spChg chg="mod">
          <ac:chgData name="Usuario invitado" userId="" providerId="Windows Live" clId="Web-{59224530-DFA3-11CE-F81B-4524781C702B}" dt="2025-06-26T16:07:47.492" v="293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Usuario invitado" userId="" providerId="Windows Live" clId="Web-{59224530-DFA3-11CE-F81B-4524781C702B}" dt="2025-06-26T16:07:47.539" v="295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Usuario invitado" userId="" providerId="Windows Live" clId="Web-{59224530-DFA3-11CE-F81B-4524781C702B}" dt="2025-06-26T16:07:47.601" v="297" actId="1076"/>
          <ac:spMkLst>
            <pc:docMk/>
            <pc:sldMk cId="0" sldId="263"/>
            <ac:spMk id="9" creationId="{00000000-0000-0000-0000-000000000000}"/>
          </ac:spMkLst>
        </pc:spChg>
        <pc:spChg chg="add del mod">
          <ac:chgData name="Usuario invitado" userId="" providerId="Windows Live" clId="Web-{59224530-DFA3-11CE-F81B-4524781C702B}" dt="2025-06-26T16:07:57.336" v="298" actId="1076"/>
          <ac:spMkLst>
            <pc:docMk/>
            <pc:sldMk cId="0" sldId="263"/>
            <ac:spMk id="18" creationId="{B248B0CE-7D6C-631D-816F-9FEC631F6A98}"/>
          </ac:spMkLst>
        </pc:spChg>
        <pc:picChg chg="mod">
          <ac:chgData name="Usuario invitado" userId="" providerId="Windows Live" clId="Web-{59224530-DFA3-11CE-F81B-4524781C702B}" dt="2025-06-26T16:07:47.476" v="292" actId="1076"/>
          <ac:picMkLst>
            <pc:docMk/>
            <pc:sldMk cId="0" sldId="263"/>
            <ac:picMk id="4" creationId="{00000000-0000-0000-0000-000000000000}"/>
          </ac:picMkLst>
        </pc:picChg>
        <pc:picChg chg="mod">
          <ac:chgData name="Usuario invitado" userId="" providerId="Windows Live" clId="Web-{59224530-DFA3-11CE-F81B-4524781C702B}" dt="2025-06-26T16:07:47.523" v="294" actId="1076"/>
          <ac:picMkLst>
            <pc:docMk/>
            <pc:sldMk cId="0" sldId="263"/>
            <ac:picMk id="6" creationId="{00000000-0000-0000-0000-000000000000}"/>
          </ac:picMkLst>
        </pc:picChg>
        <pc:picChg chg="mod">
          <ac:chgData name="Usuario invitado" userId="" providerId="Windows Live" clId="Web-{59224530-DFA3-11CE-F81B-4524781C702B}" dt="2025-06-26T16:07:47.586" v="296" actId="1076"/>
          <ac:picMkLst>
            <pc:docMk/>
            <pc:sldMk cId="0" sldId="263"/>
            <ac:picMk id="8" creationId="{00000000-0000-0000-0000-000000000000}"/>
          </ac:picMkLst>
        </pc:picChg>
      </pc:sldChg>
      <pc:sldChg chg="modSp mod setBg">
        <pc:chgData name="Usuario invitado" userId="" providerId="Windows Live" clId="Web-{59224530-DFA3-11CE-F81B-4524781C702B}" dt="2025-06-26T15:58:32.873" v="179" actId="14100"/>
        <pc:sldMkLst>
          <pc:docMk/>
          <pc:sldMk cId="0" sldId="264"/>
        </pc:sldMkLst>
        <pc:spChg chg="mod">
          <ac:chgData name="Usuario invitado" userId="" providerId="Windows Live" clId="Web-{59224530-DFA3-11CE-F81B-4524781C702B}" dt="2025-06-26T15:54:23.058" v="118" actId="14100"/>
          <ac:spMkLst>
            <pc:docMk/>
            <pc:sldMk cId="0" sldId="264"/>
            <ac:spMk id="4" creationId="{00000000-0000-0000-0000-000000000000}"/>
          </ac:spMkLst>
        </pc:spChg>
        <pc:picChg chg="mod">
          <ac:chgData name="Usuario invitado" userId="" providerId="Windows Live" clId="Web-{59224530-DFA3-11CE-F81B-4524781C702B}" dt="2025-06-26T15:54:22.980" v="117" actId="14100"/>
          <ac:picMkLst>
            <pc:docMk/>
            <pc:sldMk cId="0" sldId="264"/>
            <ac:picMk id="3" creationId="{00000000-0000-0000-0000-000000000000}"/>
          </ac:picMkLst>
        </pc:picChg>
        <pc:picChg chg="mod">
          <ac:chgData name="Usuario invitado" userId="" providerId="Windows Live" clId="Web-{59224530-DFA3-11CE-F81B-4524781C702B}" dt="2025-06-26T15:54:23.074" v="119" actId="14100"/>
          <ac:picMkLst>
            <pc:docMk/>
            <pc:sldMk cId="0" sldId="264"/>
            <ac:picMk id="5" creationId="{00000000-0000-0000-0000-000000000000}"/>
          </ac:picMkLst>
        </pc:picChg>
        <pc:picChg chg="mod">
          <ac:chgData name="Usuario invitado" userId="" providerId="Windows Live" clId="Web-{59224530-DFA3-11CE-F81B-4524781C702B}" dt="2025-06-26T15:54:33.871" v="123" actId="1076"/>
          <ac:picMkLst>
            <pc:docMk/>
            <pc:sldMk cId="0" sldId="264"/>
            <ac:picMk id="6" creationId="{00000000-0000-0000-0000-000000000000}"/>
          </ac:picMkLst>
        </pc:picChg>
        <pc:picChg chg="mod">
          <ac:chgData name="Usuario invitado" userId="" providerId="Windows Live" clId="Web-{59224530-DFA3-11CE-F81B-4524781C702B}" dt="2025-06-26T15:58:32.873" v="179" actId="14100"/>
          <ac:picMkLst>
            <pc:docMk/>
            <pc:sldMk cId="0" sldId="264"/>
            <ac:picMk id="7" creationId="{00000000-0000-0000-0000-000000000000}"/>
          </ac:picMkLst>
        </pc:picChg>
        <pc:picChg chg="mod">
          <ac:chgData name="Usuario invitado" userId="" providerId="Windows Live" clId="Web-{59224530-DFA3-11CE-F81B-4524781C702B}" dt="2025-06-26T15:58:32.342" v="178" actId="14100"/>
          <ac:picMkLst>
            <pc:docMk/>
            <pc:sldMk cId="0" sldId="264"/>
            <ac:picMk id="8" creationId="{00000000-0000-0000-0000-000000000000}"/>
          </ac:picMkLst>
        </pc:picChg>
      </pc:sldChg>
      <pc:sldChg chg="addSp delSp modSp">
        <pc:chgData name="Usuario invitado" userId="" providerId="Windows Live" clId="Web-{59224530-DFA3-11CE-F81B-4524781C702B}" dt="2025-06-26T16:06:28.502" v="287" actId="1076"/>
        <pc:sldMkLst>
          <pc:docMk/>
          <pc:sldMk cId="0" sldId="266"/>
        </pc:sldMkLst>
        <pc:spChg chg="mod">
          <ac:chgData name="Usuario invitado" userId="" providerId="Windows Live" clId="Web-{59224530-DFA3-11CE-F81B-4524781C702B}" dt="2025-06-26T16:06:19.814" v="280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Usuario invitado" userId="" providerId="Windows Live" clId="Web-{59224530-DFA3-11CE-F81B-4524781C702B}" dt="2025-06-26T16:06:28.283" v="281" actId="107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Usuario invitado" userId="" providerId="Windows Live" clId="Web-{59224530-DFA3-11CE-F81B-4524781C702B}" dt="2025-06-26T16:06:28.314" v="282" actId="107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Usuario invitado" userId="" providerId="Windows Live" clId="Web-{59224530-DFA3-11CE-F81B-4524781C702B}" dt="2025-06-26T16:06:28.330" v="283" actId="1076"/>
          <ac:spMkLst>
            <pc:docMk/>
            <pc:sldMk cId="0" sldId="266"/>
            <ac:spMk id="15" creationId="{00000000-0000-0000-0000-000000000000}"/>
          </ac:spMkLst>
        </pc:spChg>
        <pc:spChg chg="mod">
          <ac:chgData name="Usuario invitado" userId="" providerId="Windows Live" clId="Web-{59224530-DFA3-11CE-F81B-4524781C702B}" dt="2025-06-26T16:06:28.377" v="284" actId="1076"/>
          <ac:spMkLst>
            <pc:docMk/>
            <pc:sldMk cId="0" sldId="266"/>
            <ac:spMk id="16" creationId="{00000000-0000-0000-0000-000000000000}"/>
          </ac:spMkLst>
        </pc:spChg>
        <pc:spChg chg="mod">
          <ac:chgData name="Usuario invitado" userId="" providerId="Windows Live" clId="Web-{59224530-DFA3-11CE-F81B-4524781C702B}" dt="2025-06-26T16:06:28.408" v="285" actId="107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Usuario invitado" userId="" providerId="Windows Live" clId="Web-{59224530-DFA3-11CE-F81B-4524781C702B}" dt="2025-06-26T16:06:28.455" v="286" actId="1076"/>
          <ac:spMkLst>
            <pc:docMk/>
            <pc:sldMk cId="0" sldId="266"/>
            <ac:spMk id="18" creationId="{00000000-0000-0000-0000-000000000000}"/>
          </ac:spMkLst>
        </pc:spChg>
        <pc:spChg chg="mod">
          <ac:chgData name="Usuario invitado" userId="" providerId="Windows Live" clId="Web-{59224530-DFA3-11CE-F81B-4524781C702B}" dt="2025-06-26T16:06:28.502" v="287" actId="1076"/>
          <ac:spMkLst>
            <pc:docMk/>
            <pc:sldMk cId="0" sldId="266"/>
            <ac:spMk id="19" creationId="{00000000-0000-0000-0000-000000000000}"/>
          </ac:spMkLst>
        </pc:spChg>
      </pc:sldChg>
      <pc:sldChg chg="modSp">
        <pc:chgData name="Usuario invitado" userId="" providerId="Windows Live" clId="Web-{59224530-DFA3-11CE-F81B-4524781C702B}" dt="2025-06-26T15:22:14.698" v="28" actId="20577"/>
        <pc:sldMkLst>
          <pc:docMk/>
          <pc:sldMk cId="0" sldId="267"/>
        </pc:sldMkLst>
        <pc:spChg chg="mod">
          <ac:chgData name="Usuario invitado" userId="" providerId="Windows Live" clId="Web-{59224530-DFA3-11CE-F81B-4524781C702B}" dt="2025-06-26T15:22:14.698" v="28" actId="20577"/>
          <ac:spMkLst>
            <pc:docMk/>
            <pc:sldMk cId="0" sldId="267"/>
            <ac:spMk id="4" creationId="{00000000-0000-0000-0000-000000000000}"/>
          </ac:spMkLst>
        </pc:spChg>
      </pc:sldChg>
    </pc:docChg>
  </pc:docChgLst>
  <pc:docChgLst>
    <pc:chgData name="Usuario invitado" providerId="Windows Live" clId="Web-{B13B5349-661A-0C62-29F5-6C1A81BBC04F}"/>
    <pc:docChg chg="addSld delSld modSld">
      <pc:chgData name="Usuario invitado" userId="" providerId="Windows Live" clId="Web-{B13B5349-661A-0C62-29F5-6C1A81BBC04F}" dt="2025-06-26T00:51:23.577" v="48"/>
      <pc:docMkLst>
        <pc:docMk/>
      </pc:docMkLst>
      <pc:sldChg chg="addSp delSp modSp del">
        <pc:chgData name="Usuario invitado" userId="" providerId="Windows Live" clId="Web-{B13B5349-661A-0C62-29F5-6C1A81BBC04F}" dt="2025-06-26T00:42:42.401" v="37"/>
        <pc:sldMkLst>
          <pc:docMk/>
          <pc:sldMk cId="0" sldId="259"/>
        </pc:sldMkLst>
        <pc:spChg chg="add del">
          <ac:chgData name="Usuario invitado" userId="" providerId="Windows Live" clId="Web-{B13B5349-661A-0C62-29F5-6C1A81BBC04F}" dt="2025-06-26T00:40:43.990" v="17"/>
          <ac:spMkLst>
            <pc:docMk/>
            <pc:sldMk cId="0" sldId="259"/>
            <ac:spMk id="2" creationId="{00000000-0000-0000-0000-000000000000}"/>
          </ac:spMkLst>
        </pc:spChg>
      </pc:sldChg>
      <pc:sldChg chg="del">
        <pc:chgData name="Usuario invitado" userId="" providerId="Windows Live" clId="Web-{B13B5349-661A-0C62-29F5-6C1A81BBC04F}" dt="2025-06-26T00:44:15.357" v="45"/>
        <pc:sldMkLst>
          <pc:docMk/>
          <pc:sldMk cId="0" sldId="262"/>
        </pc:sldMkLst>
      </pc:sldChg>
      <pc:sldChg chg="addSp modSp new">
        <pc:chgData name="Usuario invitado" userId="" providerId="Windows Live" clId="Web-{B13B5349-661A-0C62-29F5-6C1A81BBC04F}" dt="2025-06-26T00:42:38.807" v="36"/>
        <pc:sldMkLst>
          <pc:docMk/>
          <pc:sldMk cId="1249447778" sldId="290"/>
        </pc:sldMkLst>
        <pc:picChg chg="add mod">
          <ac:chgData name="Usuario invitado" userId="" providerId="Windows Live" clId="Web-{B13B5349-661A-0C62-29F5-6C1A81BBC04F}" dt="2025-06-26T00:42:38.807" v="36"/>
          <ac:picMkLst>
            <pc:docMk/>
            <pc:sldMk cId="1249447778" sldId="290"/>
            <ac:picMk id="2" creationId="{5F1C7BEE-E0EB-EB59-9056-7E24940A6EC3}"/>
          </ac:picMkLst>
        </pc:picChg>
      </pc:sldChg>
      <pc:sldChg chg="addSp delSp modSp new del">
        <pc:chgData name="Usuario invitado" userId="" providerId="Windows Live" clId="Web-{B13B5349-661A-0C62-29F5-6C1A81BBC04F}" dt="2025-06-26T00:51:23.577" v="48"/>
        <pc:sldMkLst>
          <pc:docMk/>
          <pc:sldMk cId="332565957" sldId="291"/>
        </pc:sldMkLst>
      </pc:sldChg>
      <pc:sldChg chg="new del">
        <pc:chgData name="Usuario invitado" userId="" providerId="Windows Live" clId="Web-{B13B5349-661A-0C62-29F5-6C1A81BBC04F}" dt="2025-06-26T00:43:41.793" v="42"/>
        <pc:sldMkLst>
          <pc:docMk/>
          <pc:sldMk cId="734447705" sldId="292"/>
        </pc:sldMkLst>
      </pc:sldChg>
      <pc:sldChg chg="modSp add">
        <pc:chgData name="Usuario invitado" userId="" providerId="Windows Live" clId="Web-{B13B5349-661A-0C62-29F5-6C1A81BBC04F}" dt="2025-06-26T00:44:08.279" v="44" actId="1076"/>
        <pc:sldMkLst>
          <pc:docMk/>
          <pc:sldMk cId="883680105" sldId="293"/>
        </pc:sldMkLst>
        <pc:spChg chg="mod">
          <ac:chgData name="Usuario invitado" userId="" providerId="Windows Live" clId="Web-{B13B5349-661A-0C62-29F5-6C1A81BBC04F}" dt="2025-06-26T00:44:08.279" v="44" actId="1076"/>
          <ac:spMkLst>
            <pc:docMk/>
            <pc:sldMk cId="883680105" sldId="293"/>
            <ac:spMk id="10" creationId="{00000000-0000-0000-0000-000000000000}"/>
          </ac:spMkLst>
        </pc:spChg>
      </pc:sldChg>
      <pc:sldChg chg="add">
        <pc:chgData name="Usuario invitado" userId="" providerId="Windows Live" clId="Web-{B13B5349-661A-0C62-29F5-6C1A81BBC04F}" dt="2025-06-26T00:51:19.312" v="47"/>
        <pc:sldMkLst>
          <pc:docMk/>
          <pc:sldMk cId="1487979552" sldId="294"/>
        </pc:sldMkLst>
      </pc:sldChg>
    </pc:docChg>
  </pc:docChgLst>
  <pc:docChgLst>
    <pc:chgData name="Usuario invitado" providerId="Windows Live" clId="Web-{DFB4512B-4FF1-5736-E960-11909C87768B}"/>
    <pc:docChg chg="addSld delSld modSld">
      <pc:chgData name="Usuario invitado" userId="" providerId="Windows Live" clId="Web-{DFB4512B-4FF1-5736-E960-11909C87768B}" dt="2025-06-26T06:16:37.871" v="365" actId="20577"/>
      <pc:docMkLst>
        <pc:docMk/>
      </pc:docMkLst>
      <pc:sldChg chg="del">
        <pc:chgData name="Usuario invitado" userId="" providerId="Windows Live" clId="Web-{DFB4512B-4FF1-5736-E960-11909C87768B}" dt="2025-06-25T23:51:56.660" v="12"/>
        <pc:sldMkLst>
          <pc:docMk/>
          <pc:sldMk cId="0" sldId="282"/>
        </pc:sldMkLst>
      </pc:sldChg>
      <pc:sldChg chg="addSp modSp">
        <pc:chgData name="Usuario invitado" userId="" providerId="Windows Live" clId="Web-{DFB4512B-4FF1-5736-E960-11909C87768B}" dt="2025-06-26T06:06:13.211" v="345" actId="20577"/>
        <pc:sldMkLst>
          <pc:docMk/>
          <pc:sldMk cId="0" sldId="283"/>
        </pc:sldMkLst>
        <pc:spChg chg="mod">
          <ac:chgData name="Usuario invitado" userId="" providerId="Windows Live" clId="Web-{DFB4512B-4FF1-5736-E960-11909C87768B}" dt="2025-06-26T06:06:13.211" v="345" actId="20577"/>
          <ac:spMkLst>
            <pc:docMk/>
            <pc:sldMk cId="0" sldId="283"/>
            <ac:spMk id="13" creationId="{00000000-0000-0000-0000-000000000000}"/>
          </ac:spMkLst>
        </pc:spChg>
        <pc:spChg chg="add mod">
          <ac:chgData name="Usuario invitado" userId="" providerId="Windows Live" clId="Web-{DFB4512B-4FF1-5736-E960-11909C87768B}" dt="2025-06-26T05:00:28.606" v="128" actId="14100"/>
          <ac:spMkLst>
            <pc:docMk/>
            <pc:sldMk cId="0" sldId="283"/>
            <ac:spMk id="14" creationId="{A3EFF26D-30C3-C65F-5463-B7F67BAE22DF}"/>
          </ac:spMkLst>
        </pc:spChg>
      </pc:sldChg>
      <pc:sldChg chg="addSp delSp modSp">
        <pc:chgData name="Usuario invitado" userId="" providerId="Windows Live" clId="Web-{DFB4512B-4FF1-5736-E960-11909C87768B}" dt="2025-06-26T06:04:09.629" v="324" actId="20577"/>
        <pc:sldMkLst>
          <pc:docMk/>
          <pc:sldMk cId="0" sldId="284"/>
        </pc:sldMkLst>
        <pc:spChg chg="mod">
          <ac:chgData name="Usuario invitado" userId="" providerId="Windows Live" clId="Web-{DFB4512B-4FF1-5736-E960-11909C87768B}" dt="2025-06-26T06:04:09.629" v="324" actId="20577"/>
          <ac:spMkLst>
            <pc:docMk/>
            <pc:sldMk cId="0" sldId="284"/>
            <ac:spMk id="12" creationId="{00000000-0000-0000-0000-000000000000}"/>
          </ac:spMkLst>
        </pc:spChg>
        <pc:grpChg chg="mod">
          <ac:chgData name="Usuario invitado" userId="" providerId="Windows Live" clId="Web-{DFB4512B-4FF1-5736-E960-11909C87768B}" dt="2025-06-26T05:04:15.957" v="132" actId="14100"/>
          <ac:grpSpMkLst>
            <pc:docMk/>
            <pc:sldMk cId="0" sldId="284"/>
            <ac:grpSpMk id="2" creationId="{00000000-0000-0000-0000-000000000000}"/>
          </ac:grpSpMkLst>
        </pc:grpChg>
        <pc:grpChg chg="add mod">
          <ac:chgData name="Usuario invitado" userId="" providerId="Windows Live" clId="Web-{DFB4512B-4FF1-5736-E960-11909C87768B}" dt="2025-06-26T05:08:46.951" v="169" actId="14100"/>
          <ac:grpSpMkLst>
            <pc:docMk/>
            <pc:sldMk cId="0" sldId="284"/>
            <ac:grpSpMk id="17" creationId="{645BC50F-CC16-98CD-1158-BA8D112E63A5}"/>
          </ac:grpSpMkLst>
        </pc:grpChg>
        <pc:picChg chg="add mod modCrop">
          <ac:chgData name="Usuario invitado" userId="" providerId="Windows Live" clId="Web-{DFB4512B-4FF1-5736-E960-11909C87768B}" dt="2025-06-26T05:06:30.291" v="142"/>
          <ac:picMkLst>
            <pc:docMk/>
            <pc:sldMk cId="0" sldId="284"/>
            <ac:picMk id="13" creationId="{88C6540A-D370-4388-E02E-856C4DC85BF3}"/>
          </ac:picMkLst>
        </pc:picChg>
        <pc:picChg chg="add mod modCrop">
          <ac:chgData name="Usuario invitado" userId="" providerId="Windows Live" clId="Web-{DFB4512B-4FF1-5736-E960-11909C87768B}" dt="2025-06-26T05:06:55.760" v="148"/>
          <ac:picMkLst>
            <pc:docMk/>
            <pc:sldMk cId="0" sldId="284"/>
            <ac:picMk id="15" creationId="{FFB8FE00-F35B-1DBF-22B2-8E964CDBFF00}"/>
          </ac:picMkLst>
        </pc:picChg>
        <pc:picChg chg="add mod modCrop">
          <ac:chgData name="Usuario invitado" userId="" providerId="Windows Live" clId="Web-{DFB4512B-4FF1-5736-E960-11909C87768B}" dt="2025-06-26T05:07:13.230" v="154" actId="1076"/>
          <ac:picMkLst>
            <pc:docMk/>
            <pc:sldMk cId="0" sldId="284"/>
            <ac:picMk id="16" creationId="{83913DC3-F5AE-1671-91E0-4E751549FD7D}"/>
          </ac:picMkLst>
        </pc:picChg>
        <pc:picChg chg="add mod modCrop">
          <ac:chgData name="Usuario invitado" userId="" providerId="Windows Live" clId="Web-{DFB4512B-4FF1-5736-E960-11909C87768B}" dt="2025-06-26T05:08:32.217" v="166" actId="1076"/>
          <ac:picMkLst>
            <pc:docMk/>
            <pc:sldMk cId="0" sldId="284"/>
            <ac:picMk id="18" creationId="{8D24EEBD-99F0-D1BA-A4AC-9E843F0C354F}"/>
          </ac:picMkLst>
        </pc:picChg>
      </pc:sldChg>
      <pc:sldChg chg="modSp">
        <pc:chgData name="Usuario invitado" userId="" providerId="Windows Live" clId="Web-{DFB4512B-4FF1-5736-E960-11909C87768B}" dt="2025-06-26T06:05:21.490" v="333" actId="20577"/>
        <pc:sldMkLst>
          <pc:docMk/>
          <pc:sldMk cId="0" sldId="285"/>
        </pc:sldMkLst>
        <pc:spChg chg="mod">
          <ac:chgData name="Usuario invitado" userId="" providerId="Windows Live" clId="Web-{DFB4512B-4FF1-5736-E960-11909C87768B}" dt="2025-06-26T06:05:21.490" v="333" actId="20577"/>
          <ac:spMkLst>
            <pc:docMk/>
            <pc:sldMk cId="0" sldId="285"/>
            <ac:spMk id="4" creationId="{00000000-0000-0000-0000-000000000000}"/>
          </ac:spMkLst>
        </pc:spChg>
      </pc:sldChg>
      <pc:sldChg chg="del">
        <pc:chgData name="Usuario invitado" userId="" providerId="Windows Live" clId="Web-{DFB4512B-4FF1-5736-E960-11909C87768B}" dt="2025-06-26T05:15:43.621" v="170"/>
        <pc:sldMkLst>
          <pc:docMk/>
          <pc:sldMk cId="0" sldId="286"/>
        </pc:sldMkLst>
      </pc:sldChg>
      <pc:sldChg chg="delSp modSp">
        <pc:chgData name="Usuario invitado" userId="" providerId="Windows Live" clId="Web-{DFB4512B-4FF1-5736-E960-11909C87768B}" dt="2025-06-26T06:16:37.871" v="365" actId="20577"/>
        <pc:sldMkLst>
          <pc:docMk/>
          <pc:sldMk cId="0" sldId="287"/>
        </pc:sldMkLst>
        <pc:spChg chg="mod">
          <ac:chgData name="Usuario invitado" userId="" providerId="Windows Live" clId="Web-{DFB4512B-4FF1-5736-E960-11909C87768B}" dt="2025-06-26T05:18:38.673" v="179" actId="14100"/>
          <ac:spMkLst>
            <pc:docMk/>
            <pc:sldMk cId="0" sldId="287"/>
            <ac:spMk id="12" creationId="{00000000-0000-0000-0000-000000000000}"/>
          </ac:spMkLst>
        </pc:spChg>
        <pc:spChg chg="mod">
          <ac:chgData name="Usuario invitado" userId="" providerId="Windows Live" clId="Web-{DFB4512B-4FF1-5736-E960-11909C87768B}" dt="2025-06-26T06:16:37.871" v="365" actId="20577"/>
          <ac:spMkLst>
            <pc:docMk/>
            <pc:sldMk cId="0" sldId="287"/>
            <ac:spMk id="13" creationId="{00000000-0000-0000-0000-000000000000}"/>
          </ac:spMkLst>
        </pc:spChg>
      </pc:sldChg>
      <pc:sldChg chg="modSp">
        <pc:chgData name="Usuario invitado" userId="" providerId="Windows Live" clId="Web-{DFB4512B-4FF1-5736-E960-11909C87768B}" dt="2025-06-26T06:07:54.667" v="362" actId="20577"/>
        <pc:sldMkLst>
          <pc:docMk/>
          <pc:sldMk cId="0" sldId="288"/>
        </pc:sldMkLst>
        <pc:spChg chg="mod">
          <ac:chgData name="Usuario invitado" userId="" providerId="Windows Live" clId="Web-{DFB4512B-4FF1-5736-E960-11909C87768B}" dt="2025-06-26T06:07:54.667" v="362" actId="20577"/>
          <ac:spMkLst>
            <pc:docMk/>
            <pc:sldMk cId="0" sldId="288"/>
            <ac:spMk id="13" creationId="{00000000-0000-0000-0000-000000000000}"/>
          </ac:spMkLst>
        </pc:spChg>
      </pc:sldChg>
      <pc:sldChg chg="delSp modSp add">
        <pc:chgData name="Usuario invitado" userId="" providerId="Windows Live" clId="Web-{DFB4512B-4FF1-5736-E960-11909C87768B}" dt="2025-06-26T06:07:34.166" v="357" actId="20577"/>
        <pc:sldMkLst>
          <pc:docMk/>
          <pc:sldMk cId="686325423" sldId="289"/>
        </pc:sldMkLst>
        <pc:spChg chg="mod">
          <ac:chgData name="Usuario invitado" userId="" providerId="Windows Live" clId="Web-{DFB4512B-4FF1-5736-E960-11909C87768B}" dt="2025-06-26T06:06:57.696" v="352" actId="20577"/>
          <ac:spMkLst>
            <pc:docMk/>
            <pc:sldMk cId="686325423" sldId="289"/>
            <ac:spMk id="14" creationId="{00000000-0000-0000-0000-000000000000}"/>
          </ac:spMkLst>
        </pc:spChg>
        <pc:spChg chg="mod">
          <ac:chgData name="Usuario invitado" userId="" providerId="Windows Live" clId="Web-{DFB4512B-4FF1-5736-E960-11909C87768B}" dt="2025-06-26T06:07:34.166" v="357" actId="20577"/>
          <ac:spMkLst>
            <pc:docMk/>
            <pc:sldMk cId="686325423" sldId="289"/>
            <ac:spMk id="15" creationId="{00000000-0000-0000-0000-000000000000}"/>
          </ac:spMkLst>
        </pc:spChg>
      </pc:sldChg>
    </pc:docChg>
  </pc:docChgLst>
  <pc:docChgLst>
    <pc:chgData name="Usuario invitado" providerId="Windows Live" clId="Web-{E793063F-1FE4-93D4-377A-53FB34AB9351}"/>
    <pc:docChg chg="addSld modSld">
      <pc:chgData name="Usuario invitado" userId="" providerId="Windows Live" clId="Web-{E793063F-1FE4-93D4-377A-53FB34AB9351}" dt="2025-06-26T16:21:26.630" v="17"/>
      <pc:docMkLst>
        <pc:docMk/>
      </pc:docMkLst>
      <pc:sldChg chg="add">
        <pc:chgData name="Usuario invitado" userId="" providerId="Windows Live" clId="Web-{E793063F-1FE4-93D4-377A-53FB34AB9351}" dt="2025-06-26T16:21:26.630" v="17"/>
        <pc:sldMkLst>
          <pc:docMk/>
          <pc:sldMk cId="0" sldId="259"/>
        </pc:sldMkLst>
      </pc:sldChg>
      <pc:sldChg chg="addSp modSp">
        <pc:chgData name="Usuario invitado" userId="" providerId="Windows Live" clId="Web-{E793063F-1FE4-93D4-377A-53FB34AB9351}" dt="2025-06-26T16:17:33.824" v="10"/>
        <pc:sldMkLst>
          <pc:docMk/>
          <pc:sldMk cId="0" sldId="262"/>
        </pc:sldMkLst>
        <pc:spChg chg="mod">
          <ac:chgData name="Usuario invitado" userId="" providerId="Windows Live" clId="Web-{E793063F-1FE4-93D4-377A-53FB34AB9351}" dt="2025-06-26T16:17:06.854" v="6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Usuario invitado" userId="" providerId="Windows Live" clId="Web-{E793063F-1FE4-93D4-377A-53FB34AB9351}" dt="2025-06-26T16:17:09.370" v="7" actId="1076"/>
          <ac:spMkLst>
            <pc:docMk/>
            <pc:sldMk cId="0" sldId="262"/>
            <ac:spMk id="4" creationId="{00000000-0000-0000-0000-000000000000}"/>
          </ac:spMkLst>
        </pc:spChg>
        <pc:graphicFrameChg chg="add mod modGraphic">
          <ac:chgData name="Usuario invitado" userId="" providerId="Windows Live" clId="Web-{E793063F-1FE4-93D4-377A-53FB34AB9351}" dt="2025-06-26T16:17:33.824" v="10"/>
          <ac:graphicFrameMkLst>
            <pc:docMk/>
            <pc:sldMk cId="0" sldId="262"/>
            <ac:graphicFrameMk id="7" creationId="{C9C3B563-723D-C241-802F-E09DFE7DD191}"/>
          </ac:graphicFrameMkLst>
        </pc:graphicFrameChg>
      </pc:sldChg>
      <pc:sldChg chg="modSp">
        <pc:chgData name="Usuario invitado" userId="" providerId="Windows Live" clId="Web-{E793063F-1FE4-93D4-377A-53FB34AB9351}" dt="2025-06-26T16:18:02.825" v="16" actId="1076"/>
        <pc:sldMkLst>
          <pc:docMk/>
          <pc:sldMk cId="1225133682" sldId="301"/>
        </pc:sldMkLst>
        <pc:spChg chg="mod">
          <ac:chgData name="Usuario invitado" userId="" providerId="Windows Live" clId="Web-{E793063F-1FE4-93D4-377A-53FB34AB9351}" dt="2025-06-26T16:18:00.950" v="15" actId="1076"/>
          <ac:spMkLst>
            <pc:docMk/>
            <pc:sldMk cId="1225133682" sldId="301"/>
            <ac:spMk id="3" creationId="{00000000-0000-0000-0000-000000000000}"/>
          </ac:spMkLst>
        </pc:spChg>
        <pc:spChg chg="mod">
          <ac:chgData name="Usuario invitado" userId="" providerId="Windows Live" clId="Web-{E793063F-1FE4-93D4-377A-53FB34AB9351}" dt="2025-06-26T16:18:02.825" v="16" actId="1076"/>
          <ac:spMkLst>
            <pc:docMk/>
            <pc:sldMk cId="1225133682" sldId="301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052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098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520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2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395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333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592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059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166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8125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3AD867-3639-81D0-F9F7-A51FDA6375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DC9A09-5895-CECC-22D2-4E5107E51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DBCD02-C8F0-D3BD-D389-6905C7EEB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5BDFF-EF6A-4FCF-9C12-836CAB25F38D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C200A2-FEF9-7227-CD69-B3FF47DA3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A8E76A-9C59-FA55-C9D6-B9A12CE43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F5192-48F3-4AE7-82C0-40DE5652795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64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383918-6D9C-F12C-04C4-3B1AEA94B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B61BC6-1409-003C-C917-60D0667EC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56CC6E-F102-362F-51B1-0FD7F8508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5BDFF-EF6A-4FCF-9C12-836CAB25F38D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AEDADA-6B69-A461-990C-9774F125D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E69D7F-637F-CC84-EA76-3B12F9AF4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F5192-48F3-4AE7-82C0-40DE5652795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1985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E9D99B-0564-95CD-33D9-B28D630ED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90CD4E-E72C-0E22-D9E9-2A0BD1B08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6CBA64-C6D7-D6B5-10E8-C5576F1AF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5BDFF-EF6A-4FCF-9C12-836CAB25F38D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667EEB-C412-055B-FD60-59A02D78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0C91DC-5EF1-0CDF-2F68-30102690A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F5192-48F3-4AE7-82C0-40DE5652795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709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1A4954-F664-0CC0-07BA-24B58433F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10F2A0-3C3F-65AC-6ADF-F587092C42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B7D5B2D-906E-1898-4876-60E479CDD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2AA7A82-A099-C2DE-5257-99CD2E54B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5BDFF-EF6A-4FCF-9C12-836CAB25F38D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3355AC-3013-9895-CEB7-95DDC6F1A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383E3F-A07A-9318-9517-4540A9F7A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F5192-48F3-4AE7-82C0-40DE5652795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11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14080-E48A-9D90-4923-A5A69324D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35D961-2F69-EB1B-CCAA-E3EF5CA71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E6D7139-0ED3-727F-90AA-E5783D282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3CC5AE9-D976-3365-D282-0C4F6C91BA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F1EFB27-F0E2-5DA9-962E-BA999C9A4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C52307C-9D27-4234-EBBE-90D6F7CB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5BDFF-EF6A-4FCF-9C12-836CAB25F38D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A11CA0F-8FBA-D7C2-A619-888BF5AE6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7E644D8-BB85-0239-A3D1-6BF180A72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F5192-48F3-4AE7-82C0-40DE5652795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0133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5F1F1-FFE7-85EE-7163-413E9D270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46F9FA4-33A0-2B8B-082F-C7E653B8C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5BDFF-EF6A-4FCF-9C12-836CAB25F38D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D3C6D72-B5AA-EE42-17B0-9605474F9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C4C08FD-4D24-AA9A-7C91-6BB817053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F5192-48F3-4AE7-82C0-40DE5652795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770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1A08039-519C-FF13-7436-5F31BFD37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5BDFF-EF6A-4FCF-9C12-836CAB25F38D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1688E4F-FE34-A508-1D84-35DE0FA38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AAD489E-0C6E-7D55-5278-2C56BA842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F5192-48F3-4AE7-82C0-40DE5652795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5375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15882B-19C6-C34A-760F-10CBD0CC0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7AF0F0-2AFF-BC62-120F-0C5BF7674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78A220-8F50-E94F-7F9D-43A8BA9FA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EB3C0C8-E399-7173-3AD4-E70B456D5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5BDFF-EF6A-4FCF-9C12-836CAB25F38D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F735E5-94AB-5989-B8C4-5077AFF91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1124F4-7D13-D226-BC77-5430C2C12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F5192-48F3-4AE7-82C0-40DE5652795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6971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680532-CA9E-4804-87EB-E86A9A663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E43A826-2F7D-2566-CCD2-48E049487D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87DDFE-657A-8C6F-5196-320C00350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34C558-BD35-6D34-FC00-2134300C9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5BDFF-EF6A-4FCF-9C12-836CAB25F38D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A90007-6C95-EA0F-7DD2-CD55B307F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D7400BA-03C7-96DF-9937-768CF4046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F5192-48F3-4AE7-82C0-40DE5652795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3864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D0344C-33B6-7B85-B854-B85AAE40C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8A08364-AD58-FD65-00E5-70E4ADB18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FA8202-DD25-67AC-44F9-63D509333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5BDFF-EF6A-4FCF-9C12-836CAB25F38D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32641C-6A95-0946-CB22-768DB091A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EC2DA4-25C5-CE97-B87A-8CDCEFF84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F5192-48F3-4AE7-82C0-40DE5652795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3390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455EF06-5CE0-6013-4ACC-60FE361B15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BCBB2ED-2950-D9D5-586E-2CE7DD6A1B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4194F3-FD37-8EFF-5925-5AEA986B4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5BDFF-EF6A-4FCF-9C12-836CAB25F38D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349A95-6A03-E2C8-A567-563986001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FFB290-8324-0E89-E5F3-16E4370C2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F5192-48F3-4AE7-82C0-40DE5652795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3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365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73B1551-1433-9125-EBF6-D3E79E0B5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6CFC021-DE64-76EC-6438-8831DCA4E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EF2003-2A3A-53EC-C23E-BFC8896CF4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D5BDFF-EF6A-4FCF-9C12-836CAB25F38D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0BFAEF-E4F4-9ECA-C713-2F8B3DEE8F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63AE0C-21B2-0A28-FC27-BD2A3081D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FF5192-48F3-4AE7-82C0-40DE5652795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382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DA1E9C51-DC2B-6A21-8B21-29AF6E43A2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677" t="28156" r="28009" b="37376"/>
          <a:stretch>
            <a:fillRect/>
          </a:stretch>
        </p:blipFill>
        <p:spPr>
          <a:xfrm>
            <a:off x="0" y="0"/>
            <a:ext cx="12750775" cy="6858000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F7BE86CE-3A2E-282B-3C68-549E3C90A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4" name="Imagen 13" descr="Imagen que contiene dibujo&#10;&#10;El contenido generado por IA puede ser incorrecto.">
            <a:extLst>
              <a:ext uri="{FF2B5EF4-FFF2-40B4-BE49-F238E27FC236}">
                <a16:creationId xmlns:a16="http://schemas.microsoft.com/office/drawing/2014/main" id="{822D9581-EC8D-824B-DC73-9987279FD8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17" y="4937754"/>
            <a:ext cx="2708414" cy="1384371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739304F3-A026-85D6-6DBB-CDAA8B0FAB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12161" y="5212170"/>
            <a:ext cx="4499818" cy="110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448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B94C6-3218-1B13-38BC-7F1DD234F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51055597-23F1-64B3-BB8B-B4A6F7FB38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677" t="28156" r="28009" b="37376"/>
          <a:stretch>
            <a:fillRect/>
          </a:stretch>
        </p:blipFill>
        <p:spPr>
          <a:xfrm>
            <a:off x="0" y="0"/>
            <a:ext cx="12750775" cy="6858000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F7837DCD-1053-6104-D216-96E46013A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4" name="Imagen 13" descr="Imagen que contiene dibujo&#10;&#10;El contenido generado por IA puede ser incorrecto.">
            <a:extLst>
              <a:ext uri="{FF2B5EF4-FFF2-40B4-BE49-F238E27FC236}">
                <a16:creationId xmlns:a16="http://schemas.microsoft.com/office/drawing/2014/main" id="{57230494-3950-4344-9F9C-02D2BF4B9D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17" y="4937754"/>
            <a:ext cx="2708414" cy="1384371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465CE75D-ABB2-2D55-4A4E-9F41124CEA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12161" y="5212170"/>
            <a:ext cx="4499818" cy="110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663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caro</dc:creator>
  <cp:lastModifiedBy>juan caro</cp:lastModifiedBy>
  <cp:revision>2</cp:revision>
  <dcterms:created xsi:type="dcterms:W3CDTF">2025-06-23T16:02:24Z</dcterms:created>
  <dcterms:modified xsi:type="dcterms:W3CDTF">2025-07-04T00:38:28Z</dcterms:modified>
</cp:coreProperties>
</file>